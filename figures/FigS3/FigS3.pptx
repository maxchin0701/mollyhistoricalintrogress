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192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61"/>
    <p:restoredTop sz="94614"/>
  </p:normalViewPr>
  <p:slideViewPr>
    <p:cSldViewPr snapToGrid="0">
      <p:cViewPr>
        <p:scale>
          <a:sx n="29" d="100"/>
          <a:sy n="29" d="100"/>
        </p:scale>
        <p:origin x="400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3142616"/>
            <a:ext cx="32918400" cy="6685280"/>
          </a:xfrm>
        </p:spPr>
        <p:txBody>
          <a:bodyPr anchor="b"/>
          <a:lstStyle>
            <a:lvl1pPr algn="ctr"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0085706"/>
            <a:ext cx="32918400" cy="4636134"/>
          </a:xfrm>
        </p:spPr>
        <p:txBody>
          <a:bodyPr/>
          <a:lstStyle>
            <a:lvl1pPr marL="0" indent="0" algn="ctr">
              <a:buNone/>
              <a:defRPr sz="6720"/>
            </a:lvl1pPr>
            <a:lvl2pPr marL="1280160" indent="0" algn="ctr">
              <a:buNone/>
              <a:defRPr sz="5600"/>
            </a:lvl2pPr>
            <a:lvl3pPr marL="2560320" indent="0" algn="ctr">
              <a:buNone/>
              <a:defRPr sz="5040"/>
            </a:lvl3pPr>
            <a:lvl4pPr marL="3840480" indent="0" algn="ctr">
              <a:buNone/>
              <a:defRPr sz="4480"/>
            </a:lvl4pPr>
            <a:lvl5pPr marL="5120640" indent="0" algn="ctr">
              <a:buNone/>
              <a:defRPr sz="4480"/>
            </a:lvl5pPr>
            <a:lvl6pPr marL="6400800" indent="0" algn="ctr">
              <a:buNone/>
              <a:defRPr sz="4480"/>
            </a:lvl6pPr>
            <a:lvl7pPr marL="7680960" indent="0" algn="ctr">
              <a:buNone/>
              <a:defRPr sz="4480"/>
            </a:lvl7pPr>
            <a:lvl8pPr marL="8961120" indent="0" algn="ctr">
              <a:buNone/>
              <a:defRPr sz="4480"/>
            </a:lvl8pPr>
            <a:lvl9pPr marL="10241280" indent="0" algn="ctr">
              <a:buNone/>
              <a:defRPr sz="4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8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5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4787268"/>
            <a:ext cx="37856160" cy="7987664"/>
          </a:xfrm>
        </p:spPr>
        <p:txBody>
          <a:bodyPr anchor="b"/>
          <a:lstStyle>
            <a:lvl1pPr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2850498"/>
            <a:ext cx="37856160" cy="4200524"/>
          </a:xfrm>
        </p:spPr>
        <p:txBody>
          <a:bodyPr/>
          <a:lstStyle>
            <a:lvl1pPr marL="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1pPr>
            <a:lvl2pPr marL="1280160" indent="0">
              <a:buNone/>
              <a:defRPr sz="5600">
                <a:solidFill>
                  <a:schemeClr val="tx1">
                    <a:tint val="82000"/>
                  </a:schemeClr>
                </a:solidFill>
              </a:defRPr>
            </a:lvl2pPr>
            <a:lvl3pPr marL="256032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3pPr>
            <a:lvl4pPr marL="384048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4pPr>
            <a:lvl5pPr marL="512064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5pPr>
            <a:lvl6pPr marL="640080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6pPr>
            <a:lvl7pPr marL="768096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7pPr>
            <a:lvl8pPr marL="896112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8pPr>
            <a:lvl9pPr marL="1024128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0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5111750"/>
            <a:ext cx="1865376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5111750"/>
            <a:ext cx="1865376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022352"/>
            <a:ext cx="37856160" cy="3711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4707256"/>
            <a:ext cx="18568033" cy="2306954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7014210"/>
            <a:ext cx="18568033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4707256"/>
            <a:ext cx="18659477" cy="2306954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7014210"/>
            <a:ext cx="18659477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6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9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280160"/>
            <a:ext cx="14156053" cy="448056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2764791"/>
            <a:ext cx="22219920" cy="13646150"/>
          </a:xfrm>
        </p:spPr>
        <p:txBody>
          <a:bodyPr/>
          <a:lstStyle>
            <a:lvl1pPr>
              <a:defRPr sz="8960"/>
            </a:lvl1pPr>
            <a:lvl2pPr>
              <a:defRPr sz="7840"/>
            </a:lvl2pPr>
            <a:lvl3pPr>
              <a:defRPr sz="6720"/>
            </a:lvl3pPr>
            <a:lvl4pPr>
              <a:defRPr sz="5600"/>
            </a:lvl4pPr>
            <a:lvl5pPr>
              <a:defRPr sz="5600"/>
            </a:lvl5pPr>
            <a:lvl6pPr>
              <a:defRPr sz="5600"/>
            </a:lvl6pPr>
            <a:lvl7pPr>
              <a:defRPr sz="5600"/>
            </a:lvl7pPr>
            <a:lvl8pPr>
              <a:defRPr sz="5600"/>
            </a:lvl8pPr>
            <a:lvl9pPr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5760720"/>
            <a:ext cx="14156053" cy="10672446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280160"/>
            <a:ext cx="14156053" cy="448056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2764791"/>
            <a:ext cx="22219920" cy="13646150"/>
          </a:xfrm>
        </p:spPr>
        <p:txBody>
          <a:bodyPr anchor="t"/>
          <a:lstStyle>
            <a:lvl1pPr marL="0" indent="0">
              <a:buNone/>
              <a:defRPr sz="8960"/>
            </a:lvl1pPr>
            <a:lvl2pPr marL="1280160" indent="0">
              <a:buNone/>
              <a:defRPr sz="7840"/>
            </a:lvl2pPr>
            <a:lvl3pPr marL="2560320" indent="0">
              <a:buNone/>
              <a:defRPr sz="6720"/>
            </a:lvl3pPr>
            <a:lvl4pPr marL="3840480" indent="0">
              <a:buNone/>
              <a:defRPr sz="5600"/>
            </a:lvl4pPr>
            <a:lvl5pPr marL="5120640" indent="0">
              <a:buNone/>
              <a:defRPr sz="5600"/>
            </a:lvl5pPr>
            <a:lvl6pPr marL="6400800" indent="0">
              <a:buNone/>
              <a:defRPr sz="5600"/>
            </a:lvl6pPr>
            <a:lvl7pPr marL="7680960" indent="0">
              <a:buNone/>
              <a:defRPr sz="5600"/>
            </a:lvl7pPr>
            <a:lvl8pPr marL="8961120" indent="0">
              <a:buNone/>
              <a:defRPr sz="5600"/>
            </a:lvl8pPr>
            <a:lvl9pPr marL="10241280" indent="0">
              <a:buNone/>
              <a:defRPr sz="5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5760720"/>
            <a:ext cx="14156053" cy="10672446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9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9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022350"/>
            <a:ext cx="9464040" cy="162731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022350"/>
            <a:ext cx="27843480" cy="162731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1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022352"/>
            <a:ext cx="37856160" cy="3711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111750"/>
            <a:ext cx="37856160" cy="1218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17797781"/>
            <a:ext cx="987552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CBD94-6899-E445-BE1B-2181BBCA6A9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17797781"/>
            <a:ext cx="1481328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17797781"/>
            <a:ext cx="987552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05108-C7E6-3D46-9711-9FB64028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6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60320" rtl="0" eaLnBrk="1" latinLnBrk="0" hangingPunct="1">
        <a:lnSpc>
          <a:spcPct val="90000"/>
        </a:lnSpc>
        <a:spcBef>
          <a:spcPct val="0"/>
        </a:spcBef>
        <a:buNone/>
        <a:defRPr sz="12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0080" indent="-640080" algn="l" defTabSz="256032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784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3pPr>
      <a:lvl4pPr marL="44805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704088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83210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8813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801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5603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12064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640080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76809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89611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2412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24F4EE-ACDA-73B3-67AE-F16C74784B73}"/>
              </a:ext>
            </a:extLst>
          </p:cNvPr>
          <p:cNvCxnSpPr>
            <a:cxnSpLocks/>
          </p:cNvCxnSpPr>
          <p:nvPr/>
        </p:nvCxnSpPr>
        <p:spPr>
          <a:xfrm flipH="1">
            <a:off x="20637436" y="4779286"/>
            <a:ext cx="4331299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0DBCA74-8C46-DB10-8F97-026DA19880B6}"/>
              </a:ext>
            </a:extLst>
          </p:cNvPr>
          <p:cNvSpPr/>
          <p:nvPr/>
        </p:nvSpPr>
        <p:spPr>
          <a:xfrm rot="5400000">
            <a:off x="13101913" y="5772466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5C5DA0-E5D5-C2C5-9BA7-DC8DDA8A78DE}"/>
              </a:ext>
            </a:extLst>
          </p:cNvPr>
          <p:cNvSpPr/>
          <p:nvPr/>
        </p:nvSpPr>
        <p:spPr>
          <a:xfrm rot="5400000">
            <a:off x="8351371" y="5772467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497187-656A-1065-57E1-C04EA7938A89}"/>
              </a:ext>
            </a:extLst>
          </p:cNvPr>
          <p:cNvSpPr/>
          <p:nvPr/>
        </p:nvSpPr>
        <p:spPr>
          <a:xfrm rot="5400000">
            <a:off x="11043089" y="6886268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C04B03-5D1E-B849-020D-20D6DEA7636E}"/>
              </a:ext>
            </a:extLst>
          </p:cNvPr>
          <p:cNvCxnSpPr>
            <a:cxnSpLocks/>
          </p:cNvCxnSpPr>
          <p:nvPr/>
        </p:nvCxnSpPr>
        <p:spPr>
          <a:xfrm flipH="1">
            <a:off x="14096289" y="7083807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318359-7E65-91D6-5892-3AE62E842E75}"/>
              </a:ext>
            </a:extLst>
          </p:cNvPr>
          <p:cNvCxnSpPr>
            <a:cxnSpLocks/>
          </p:cNvCxnSpPr>
          <p:nvPr/>
        </p:nvCxnSpPr>
        <p:spPr>
          <a:xfrm>
            <a:off x="10935914" y="7083807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162981-14A2-EA8B-9B3B-785EEBDDF306}"/>
              </a:ext>
            </a:extLst>
          </p:cNvPr>
          <p:cNvCxnSpPr>
            <a:cxnSpLocks/>
          </p:cNvCxnSpPr>
          <p:nvPr/>
        </p:nvCxnSpPr>
        <p:spPr>
          <a:xfrm>
            <a:off x="9779967" y="2797835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397EA88-B7D0-511E-2F90-9A28C658B76F}"/>
              </a:ext>
            </a:extLst>
          </p:cNvPr>
          <p:cNvCxnSpPr>
            <a:cxnSpLocks/>
          </p:cNvCxnSpPr>
          <p:nvPr/>
        </p:nvCxnSpPr>
        <p:spPr>
          <a:xfrm flipH="1">
            <a:off x="9643995" y="5924306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03963AD-643E-4D95-62E2-FBCA6F392571}"/>
              </a:ext>
            </a:extLst>
          </p:cNvPr>
          <p:cNvSpPr txBox="1"/>
          <p:nvPr/>
        </p:nvSpPr>
        <p:spPr>
          <a:xfrm>
            <a:off x="8357344" y="5687893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23C31E7-4088-67DE-DA37-4B7C815FB766}"/>
              </a:ext>
            </a:extLst>
          </p:cNvPr>
          <p:cNvSpPr/>
          <p:nvPr/>
        </p:nvSpPr>
        <p:spPr>
          <a:xfrm>
            <a:off x="10911753" y="5834767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6870DF-2F0A-E003-0CF3-CAB5C6FB9008}"/>
              </a:ext>
            </a:extLst>
          </p:cNvPr>
          <p:cNvSpPr/>
          <p:nvPr/>
        </p:nvSpPr>
        <p:spPr>
          <a:xfrm>
            <a:off x="13301256" y="3607167"/>
            <a:ext cx="1965960" cy="1241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3D25D9-3B7D-6A07-72F0-1034A2FFECBD}"/>
              </a:ext>
            </a:extLst>
          </p:cNvPr>
          <p:cNvSpPr/>
          <p:nvPr/>
        </p:nvSpPr>
        <p:spPr>
          <a:xfrm rot="5400000">
            <a:off x="12630421" y="3066591"/>
            <a:ext cx="912002" cy="4174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8BE6CF-3625-58B3-79FE-6567F6957C0D}"/>
              </a:ext>
            </a:extLst>
          </p:cNvPr>
          <p:cNvSpPr/>
          <p:nvPr/>
        </p:nvSpPr>
        <p:spPr>
          <a:xfrm>
            <a:off x="10911750" y="3607166"/>
            <a:ext cx="1965960" cy="1241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AB4C8E2-2EC5-1F67-5960-1E27CFE1A84B}"/>
              </a:ext>
            </a:extLst>
          </p:cNvPr>
          <p:cNvSpPr txBox="1"/>
          <p:nvPr/>
        </p:nvSpPr>
        <p:spPr>
          <a:xfrm>
            <a:off x="12702751" y="1220089"/>
            <a:ext cx="8194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a)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147CF0-08BE-2D51-F37D-798BF5B06695}"/>
              </a:ext>
            </a:extLst>
          </p:cNvPr>
          <p:cNvSpPr txBox="1"/>
          <p:nvPr/>
        </p:nvSpPr>
        <p:spPr>
          <a:xfrm>
            <a:off x="22447378" y="1249961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b)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41CC180-4C9B-9E22-62F6-9B7999844C8D}"/>
              </a:ext>
            </a:extLst>
          </p:cNvPr>
          <p:cNvSpPr txBox="1"/>
          <p:nvPr/>
        </p:nvSpPr>
        <p:spPr>
          <a:xfrm>
            <a:off x="32214447" y="1214378"/>
            <a:ext cx="814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c)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0EECCBE-BEC9-79B3-2AC6-3B38FC0882E2}"/>
              </a:ext>
            </a:extLst>
          </p:cNvPr>
          <p:cNvSpPr txBox="1"/>
          <p:nvPr/>
        </p:nvSpPr>
        <p:spPr>
          <a:xfrm>
            <a:off x="17216969" y="10241533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d)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642FDED-0A7E-6459-545B-B5B984842112}"/>
              </a:ext>
            </a:extLst>
          </p:cNvPr>
          <p:cNvSpPr txBox="1"/>
          <p:nvPr/>
        </p:nvSpPr>
        <p:spPr>
          <a:xfrm>
            <a:off x="27148675" y="10093499"/>
            <a:ext cx="8162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5DE50-F82C-0597-7F67-F0EB4D1B7D9C}"/>
              </a:ext>
            </a:extLst>
          </p:cNvPr>
          <p:cNvSpPr/>
          <p:nvPr/>
        </p:nvSpPr>
        <p:spPr>
          <a:xfrm rot="5400000">
            <a:off x="12639006" y="6886266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0274E-1789-149D-832C-3C3D313B8674}"/>
              </a:ext>
            </a:extLst>
          </p:cNvPr>
          <p:cNvSpPr/>
          <p:nvPr/>
        </p:nvSpPr>
        <p:spPr>
          <a:xfrm>
            <a:off x="14082537" y="5832614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1CD7A8-0112-FED9-4E41-B848B46A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564745" y="8785082"/>
            <a:ext cx="1413430" cy="910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4F3F6F-F9B5-CB8A-D951-2B6B01D2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700" y="8559409"/>
            <a:ext cx="1335024" cy="10044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354F91-4904-50FF-20CB-3316AE941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198533" y="8784741"/>
            <a:ext cx="1413428" cy="91087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5A1AD5-263B-789B-9491-72CC904FA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0985" y="8738681"/>
            <a:ext cx="1307538" cy="8514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E1E880E-5A53-3578-29E9-78CAAE1E21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2259" y="9253551"/>
            <a:ext cx="285750" cy="3365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FCD54D6-BE72-1BF7-E02F-D7FA2524B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5249" y="9253551"/>
            <a:ext cx="285750" cy="3365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4C8E87F-9B61-C0F6-3089-75314ABA33D5}"/>
              </a:ext>
            </a:extLst>
          </p:cNvPr>
          <p:cNvSpPr/>
          <p:nvPr/>
        </p:nvSpPr>
        <p:spPr>
          <a:xfrm rot="5400000">
            <a:off x="22803435" y="5862516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9D1BF38-3146-8C03-A2B0-79E1056DEECD}"/>
              </a:ext>
            </a:extLst>
          </p:cNvPr>
          <p:cNvSpPr/>
          <p:nvPr/>
        </p:nvSpPr>
        <p:spPr>
          <a:xfrm rot="5400000">
            <a:off x="18052893" y="5862517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72EFAC-32BC-F336-DC37-8A8F07ED8A2D}"/>
              </a:ext>
            </a:extLst>
          </p:cNvPr>
          <p:cNvSpPr/>
          <p:nvPr/>
        </p:nvSpPr>
        <p:spPr>
          <a:xfrm rot="5400000">
            <a:off x="20744611" y="6976318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252E76A-E1F6-094B-AED5-5C08711F1029}"/>
              </a:ext>
            </a:extLst>
          </p:cNvPr>
          <p:cNvCxnSpPr>
            <a:cxnSpLocks/>
          </p:cNvCxnSpPr>
          <p:nvPr/>
        </p:nvCxnSpPr>
        <p:spPr>
          <a:xfrm flipH="1">
            <a:off x="23797811" y="7173857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6B93455-43DE-4C6A-B6BF-8D992D1D8837}"/>
              </a:ext>
            </a:extLst>
          </p:cNvPr>
          <p:cNvCxnSpPr>
            <a:cxnSpLocks/>
          </p:cNvCxnSpPr>
          <p:nvPr/>
        </p:nvCxnSpPr>
        <p:spPr>
          <a:xfrm>
            <a:off x="20637436" y="7173857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578E57C-B753-81D1-0CBE-30240C4E8009}"/>
              </a:ext>
            </a:extLst>
          </p:cNvPr>
          <p:cNvCxnSpPr>
            <a:cxnSpLocks/>
          </p:cNvCxnSpPr>
          <p:nvPr/>
        </p:nvCxnSpPr>
        <p:spPr>
          <a:xfrm>
            <a:off x="19481489" y="2887885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4F7094-B8A7-6BED-407C-78288832C055}"/>
              </a:ext>
            </a:extLst>
          </p:cNvPr>
          <p:cNvCxnSpPr>
            <a:cxnSpLocks/>
          </p:cNvCxnSpPr>
          <p:nvPr/>
        </p:nvCxnSpPr>
        <p:spPr>
          <a:xfrm flipH="1">
            <a:off x="19345517" y="6014356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021405F-7D7B-DB5A-9191-5BE580A68C33}"/>
              </a:ext>
            </a:extLst>
          </p:cNvPr>
          <p:cNvSpPr txBox="1"/>
          <p:nvPr/>
        </p:nvSpPr>
        <p:spPr>
          <a:xfrm>
            <a:off x="18058866" y="5777943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AA2C7A2-3B68-89DD-487A-0437911309AD}"/>
              </a:ext>
            </a:extLst>
          </p:cNvPr>
          <p:cNvSpPr/>
          <p:nvPr/>
        </p:nvSpPr>
        <p:spPr>
          <a:xfrm>
            <a:off x="20613275" y="5924817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BEBDE2C-4F34-C242-695D-C2BE5400C6E3}"/>
              </a:ext>
            </a:extLst>
          </p:cNvPr>
          <p:cNvSpPr/>
          <p:nvPr/>
        </p:nvSpPr>
        <p:spPr>
          <a:xfrm>
            <a:off x="23002778" y="3697217"/>
            <a:ext cx="1965960" cy="1241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88BB549-1A1D-9455-193E-073080C6ED6F}"/>
              </a:ext>
            </a:extLst>
          </p:cNvPr>
          <p:cNvSpPr/>
          <p:nvPr/>
        </p:nvSpPr>
        <p:spPr>
          <a:xfrm rot="5400000">
            <a:off x="22331943" y="3156641"/>
            <a:ext cx="912002" cy="4174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FB79557-2317-B5B7-0878-B6FA33BE70E2}"/>
              </a:ext>
            </a:extLst>
          </p:cNvPr>
          <p:cNvSpPr/>
          <p:nvPr/>
        </p:nvSpPr>
        <p:spPr>
          <a:xfrm>
            <a:off x="20613272" y="3697216"/>
            <a:ext cx="1965960" cy="1241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0299ABF-7A13-2D26-472F-5EA6C7879F67}"/>
              </a:ext>
            </a:extLst>
          </p:cNvPr>
          <p:cNvSpPr/>
          <p:nvPr/>
        </p:nvSpPr>
        <p:spPr>
          <a:xfrm rot="5400000">
            <a:off x="22340528" y="6976316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B67E3C-5F35-AEA3-32E9-CDFB834BCB89}"/>
              </a:ext>
            </a:extLst>
          </p:cNvPr>
          <p:cNvSpPr/>
          <p:nvPr/>
        </p:nvSpPr>
        <p:spPr>
          <a:xfrm>
            <a:off x="23784059" y="5922664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3FFD300D-E8C2-BA81-4F24-0FABD823D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1266267" y="8875132"/>
            <a:ext cx="1413430" cy="91087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0F465EC8-5411-163A-62B1-03850F5AE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222" y="8649459"/>
            <a:ext cx="1335024" cy="100444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B4A39A68-EBE0-3F40-944A-625A7201C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900055" y="8874791"/>
            <a:ext cx="1413428" cy="91087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E4C8CA04-F058-B973-1837-7FE40DA96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2507" y="8828731"/>
            <a:ext cx="1307538" cy="85142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0B955AD0-7D8D-DC0C-5DBF-E67E82500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3781" y="9343601"/>
            <a:ext cx="285750" cy="33655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04DF5FA5-89A1-597D-4A23-FD4D8D2DB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6771" y="9343601"/>
            <a:ext cx="285750" cy="336550"/>
          </a:xfrm>
          <a:prstGeom prst="rect">
            <a:avLst/>
          </a:prstGeom>
        </p:spPr>
      </p:pic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AD50716-F966-00E6-B9E9-8682BAAF55DF}"/>
              </a:ext>
            </a:extLst>
          </p:cNvPr>
          <p:cNvCxnSpPr>
            <a:cxnSpLocks/>
          </p:cNvCxnSpPr>
          <p:nvPr/>
        </p:nvCxnSpPr>
        <p:spPr>
          <a:xfrm flipH="1">
            <a:off x="30401778" y="7642802"/>
            <a:ext cx="4331299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0C74170-AAD6-FB22-A02E-F9A27B5E3E5D}"/>
              </a:ext>
            </a:extLst>
          </p:cNvPr>
          <p:cNvSpPr/>
          <p:nvPr/>
        </p:nvSpPr>
        <p:spPr>
          <a:xfrm rot="5400000">
            <a:off x="32601462" y="5862516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41052E9-EDDC-8503-46CD-C2AAA22D4941}"/>
              </a:ext>
            </a:extLst>
          </p:cNvPr>
          <p:cNvSpPr/>
          <p:nvPr/>
        </p:nvSpPr>
        <p:spPr>
          <a:xfrm rot="5400000">
            <a:off x="27850920" y="5862517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98F8C0B-B725-8615-5BED-A0A6A7E4D800}"/>
              </a:ext>
            </a:extLst>
          </p:cNvPr>
          <p:cNvSpPr/>
          <p:nvPr/>
        </p:nvSpPr>
        <p:spPr>
          <a:xfrm rot="5400000">
            <a:off x="30542638" y="6976318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04B1F39-D062-1823-E1F6-8A32E888370E}"/>
              </a:ext>
            </a:extLst>
          </p:cNvPr>
          <p:cNvCxnSpPr>
            <a:cxnSpLocks/>
          </p:cNvCxnSpPr>
          <p:nvPr/>
        </p:nvCxnSpPr>
        <p:spPr>
          <a:xfrm flipH="1">
            <a:off x="33595838" y="7173857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C1E8334-A4C1-3C9D-C38A-C65BDCA556F6}"/>
              </a:ext>
            </a:extLst>
          </p:cNvPr>
          <p:cNvCxnSpPr>
            <a:cxnSpLocks/>
          </p:cNvCxnSpPr>
          <p:nvPr/>
        </p:nvCxnSpPr>
        <p:spPr>
          <a:xfrm>
            <a:off x="30435463" y="7173857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5BCD388-7A74-2847-4261-B15064E49B9A}"/>
              </a:ext>
            </a:extLst>
          </p:cNvPr>
          <p:cNvCxnSpPr>
            <a:cxnSpLocks/>
          </p:cNvCxnSpPr>
          <p:nvPr/>
        </p:nvCxnSpPr>
        <p:spPr>
          <a:xfrm>
            <a:off x="29279516" y="2887885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5737025-4657-C9AC-C714-069DAD20B1A2}"/>
              </a:ext>
            </a:extLst>
          </p:cNvPr>
          <p:cNvCxnSpPr>
            <a:cxnSpLocks/>
          </p:cNvCxnSpPr>
          <p:nvPr/>
        </p:nvCxnSpPr>
        <p:spPr>
          <a:xfrm flipH="1">
            <a:off x="29143544" y="6014356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5F4FB1B-65A6-6F79-F34B-9724B44E76B8}"/>
              </a:ext>
            </a:extLst>
          </p:cNvPr>
          <p:cNvSpPr txBox="1"/>
          <p:nvPr/>
        </p:nvSpPr>
        <p:spPr>
          <a:xfrm>
            <a:off x="27856893" y="5777943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7B40C55-057D-967A-069C-20441BBD37DE}"/>
              </a:ext>
            </a:extLst>
          </p:cNvPr>
          <p:cNvSpPr/>
          <p:nvPr/>
        </p:nvSpPr>
        <p:spPr>
          <a:xfrm>
            <a:off x="30411302" y="5924817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A4C3393-C6D9-4E11-660E-B5FEF6D7B6C9}"/>
              </a:ext>
            </a:extLst>
          </p:cNvPr>
          <p:cNvSpPr/>
          <p:nvPr/>
        </p:nvSpPr>
        <p:spPr>
          <a:xfrm>
            <a:off x="32800805" y="3697217"/>
            <a:ext cx="1965960" cy="1241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2B33322-407A-70FA-7327-B46FD9898253}"/>
              </a:ext>
            </a:extLst>
          </p:cNvPr>
          <p:cNvSpPr/>
          <p:nvPr/>
        </p:nvSpPr>
        <p:spPr>
          <a:xfrm rot="5400000">
            <a:off x="32129970" y="3156641"/>
            <a:ext cx="912002" cy="4174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E3A4DDE-C38E-A16B-DC80-A4A213044A39}"/>
              </a:ext>
            </a:extLst>
          </p:cNvPr>
          <p:cNvSpPr/>
          <p:nvPr/>
        </p:nvSpPr>
        <p:spPr>
          <a:xfrm>
            <a:off x="30411299" y="3697216"/>
            <a:ext cx="1965960" cy="1241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4948F3A-DA7F-AF6C-4995-311A81BFDB3A}"/>
              </a:ext>
            </a:extLst>
          </p:cNvPr>
          <p:cNvSpPr/>
          <p:nvPr/>
        </p:nvSpPr>
        <p:spPr>
          <a:xfrm rot="5400000">
            <a:off x="32138555" y="6976316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80D8FCB-7C99-192D-99F5-2B4A2CC70450}"/>
              </a:ext>
            </a:extLst>
          </p:cNvPr>
          <p:cNvSpPr/>
          <p:nvPr/>
        </p:nvSpPr>
        <p:spPr>
          <a:xfrm>
            <a:off x="33582086" y="5922664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52087997-0DEF-1D0D-8731-77A68A066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1064294" y="8875132"/>
            <a:ext cx="1413430" cy="910876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E96945B6-379E-DA3F-4D02-145017EDD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249" y="8649459"/>
            <a:ext cx="1335024" cy="1004445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E4739D32-D40F-E3CE-6B8B-4BA40910C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698082" y="8874791"/>
            <a:ext cx="1413428" cy="91087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84A7A089-1563-CD56-99CE-E042339FF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0534" y="8828731"/>
            <a:ext cx="1307538" cy="851420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8C415508-8363-ED0B-B748-3AF9BEB55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1808" y="9343601"/>
            <a:ext cx="285750" cy="336550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982CE39B-4C74-445B-4BC8-9938DC84F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14798" y="9343601"/>
            <a:ext cx="285750" cy="336550"/>
          </a:xfrm>
          <a:prstGeom prst="rect">
            <a:avLst/>
          </a:prstGeom>
        </p:spPr>
      </p:pic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D0B9A78B-6353-5533-3724-3043D99BB844}"/>
              </a:ext>
            </a:extLst>
          </p:cNvPr>
          <p:cNvCxnSpPr>
            <a:cxnSpLocks/>
          </p:cNvCxnSpPr>
          <p:nvPr/>
        </p:nvCxnSpPr>
        <p:spPr>
          <a:xfrm flipH="1">
            <a:off x="15383237" y="16280358"/>
            <a:ext cx="4331299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D894856-C26B-B7F6-5105-2A48C576B617}"/>
              </a:ext>
            </a:extLst>
          </p:cNvPr>
          <p:cNvSpPr/>
          <p:nvPr/>
        </p:nvSpPr>
        <p:spPr>
          <a:xfrm rot="5400000">
            <a:off x="17582921" y="14500072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12EC82-CCF3-3F9F-5312-0D772A7D5A83}"/>
              </a:ext>
            </a:extLst>
          </p:cNvPr>
          <p:cNvSpPr/>
          <p:nvPr/>
        </p:nvSpPr>
        <p:spPr>
          <a:xfrm rot="5400000">
            <a:off x="12832379" y="14500073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C86CFB2-3AEB-F7D7-6513-93B6D2E47733}"/>
              </a:ext>
            </a:extLst>
          </p:cNvPr>
          <p:cNvSpPr/>
          <p:nvPr/>
        </p:nvSpPr>
        <p:spPr>
          <a:xfrm rot="5400000">
            <a:off x="15524097" y="15613874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1EC2BDA-BB67-5F18-85AC-EA1957D2D858}"/>
              </a:ext>
            </a:extLst>
          </p:cNvPr>
          <p:cNvCxnSpPr>
            <a:cxnSpLocks/>
          </p:cNvCxnSpPr>
          <p:nvPr/>
        </p:nvCxnSpPr>
        <p:spPr>
          <a:xfrm flipH="1">
            <a:off x="18577297" y="15811413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7C01586-7F27-29F8-1B3B-B00CDA92DA74}"/>
              </a:ext>
            </a:extLst>
          </p:cNvPr>
          <p:cNvCxnSpPr>
            <a:cxnSpLocks/>
          </p:cNvCxnSpPr>
          <p:nvPr/>
        </p:nvCxnSpPr>
        <p:spPr>
          <a:xfrm>
            <a:off x="15416922" y="15811413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35A15C9-419F-BFDF-02B9-AD895175DDCF}"/>
              </a:ext>
            </a:extLst>
          </p:cNvPr>
          <p:cNvCxnSpPr>
            <a:cxnSpLocks/>
          </p:cNvCxnSpPr>
          <p:nvPr/>
        </p:nvCxnSpPr>
        <p:spPr>
          <a:xfrm>
            <a:off x="14260975" y="11525441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D86F6315-FF22-291E-8B65-AFFC3356A1B2}"/>
              </a:ext>
            </a:extLst>
          </p:cNvPr>
          <p:cNvCxnSpPr>
            <a:cxnSpLocks/>
          </p:cNvCxnSpPr>
          <p:nvPr/>
        </p:nvCxnSpPr>
        <p:spPr>
          <a:xfrm flipH="1">
            <a:off x="14125003" y="14651912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9F6DDFD-B134-A62F-C0CA-F535879FA4D5}"/>
              </a:ext>
            </a:extLst>
          </p:cNvPr>
          <p:cNvSpPr txBox="1"/>
          <p:nvPr/>
        </p:nvSpPr>
        <p:spPr>
          <a:xfrm>
            <a:off x="12838352" y="14415499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77A28DC-2B8F-9011-907C-6C6EAB6F9A03}"/>
              </a:ext>
            </a:extLst>
          </p:cNvPr>
          <p:cNvSpPr/>
          <p:nvPr/>
        </p:nvSpPr>
        <p:spPr>
          <a:xfrm>
            <a:off x="15392761" y="14562373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0ED56A5-5817-D7A9-B141-D675C3BFC55E}"/>
              </a:ext>
            </a:extLst>
          </p:cNvPr>
          <p:cNvSpPr/>
          <p:nvPr/>
        </p:nvSpPr>
        <p:spPr>
          <a:xfrm>
            <a:off x="17782264" y="12334773"/>
            <a:ext cx="1965960" cy="1241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56A4460-A51F-115E-6FA9-65A54451A0B7}"/>
              </a:ext>
            </a:extLst>
          </p:cNvPr>
          <p:cNvSpPr/>
          <p:nvPr/>
        </p:nvSpPr>
        <p:spPr>
          <a:xfrm rot="5400000">
            <a:off x="17111429" y="11794197"/>
            <a:ext cx="912002" cy="4174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45A726B-3E73-295B-4565-B2219491168D}"/>
              </a:ext>
            </a:extLst>
          </p:cNvPr>
          <p:cNvSpPr/>
          <p:nvPr/>
        </p:nvSpPr>
        <p:spPr>
          <a:xfrm>
            <a:off x="15392758" y="12334772"/>
            <a:ext cx="1965960" cy="1241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DC681D8-2B4D-DE5E-78E0-96D5E83D70F4}"/>
              </a:ext>
            </a:extLst>
          </p:cNvPr>
          <p:cNvSpPr/>
          <p:nvPr/>
        </p:nvSpPr>
        <p:spPr>
          <a:xfrm rot="5400000">
            <a:off x="17120014" y="15613872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0D73EF-E6D8-6CFA-46FF-E5D2429ADC90}"/>
              </a:ext>
            </a:extLst>
          </p:cNvPr>
          <p:cNvSpPr/>
          <p:nvPr/>
        </p:nvSpPr>
        <p:spPr>
          <a:xfrm>
            <a:off x="18563545" y="14560220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C91935F2-9D48-DA92-ED90-2BC1786F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6045753" y="17512688"/>
            <a:ext cx="1413430" cy="910876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D1855D86-1CF3-C9B8-8C84-CC43E48CF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7708" y="17287015"/>
            <a:ext cx="1335024" cy="1004445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A2AC6AF1-80DF-22D8-E957-0DA29923F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679541" y="17512347"/>
            <a:ext cx="1413428" cy="910875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82E38DBC-D49B-1957-DCEB-4FACBFDCD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91993" y="17466287"/>
            <a:ext cx="1307538" cy="851420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8C9BB599-E513-FA9A-D1E2-D7C5259D0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33267" y="17981157"/>
            <a:ext cx="285750" cy="336550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B0E64770-0782-6E21-7C93-777CC3FFB3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6257" y="17981157"/>
            <a:ext cx="285750" cy="336550"/>
          </a:xfrm>
          <a:prstGeom prst="rect">
            <a:avLst/>
          </a:prstGeom>
        </p:spPr>
      </p:pic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5396B84D-5978-0605-4BAF-D81696BAD75C}"/>
              </a:ext>
            </a:extLst>
          </p:cNvPr>
          <p:cNvCxnSpPr>
            <a:cxnSpLocks/>
          </p:cNvCxnSpPr>
          <p:nvPr/>
        </p:nvCxnSpPr>
        <p:spPr>
          <a:xfrm flipH="1">
            <a:off x="15399978" y="13381702"/>
            <a:ext cx="4331299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B39ADB8F-97E7-E4D9-E04C-BBA30A65C9AF}"/>
              </a:ext>
            </a:extLst>
          </p:cNvPr>
          <p:cNvSpPr txBox="1"/>
          <p:nvPr/>
        </p:nvSpPr>
        <p:spPr>
          <a:xfrm>
            <a:off x="15627230" y="12920036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1AC0A48-D900-C5B3-DEE2-BEC457557F4C}"/>
              </a:ext>
            </a:extLst>
          </p:cNvPr>
          <p:cNvSpPr txBox="1"/>
          <p:nvPr/>
        </p:nvSpPr>
        <p:spPr>
          <a:xfrm>
            <a:off x="15626640" y="16307285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AFDC4E34-1D16-203A-0650-3FAA31E9E890}"/>
              </a:ext>
            </a:extLst>
          </p:cNvPr>
          <p:cNvCxnSpPr>
            <a:cxnSpLocks/>
          </p:cNvCxnSpPr>
          <p:nvPr/>
        </p:nvCxnSpPr>
        <p:spPr>
          <a:xfrm flipH="1">
            <a:off x="25351465" y="16220050"/>
            <a:ext cx="4331299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170229B-FD78-F4EA-0C68-1417D8A0BB63}"/>
              </a:ext>
            </a:extLst>
          </p:cNvPr>
          <p:cNvSpPr/>
          <p:nvPr/>
        </p:nvSpPr>
        <p:spPr>
          <a:xfrm rot="5400000">
            <a:off x="27551149" y="14439764"/>
            <a:ext cx="4725682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D5F07F2-D0B1-13F7-068F-CD9EC88D1886}"/>
              </a:ext>
            </a:extLst>
          </p:cNvPr>
          <p:cNvSpPr/>
          <p:nvPr/>
        </p:nvSpPr>
        <p:spPr>
          <a:xfrm rot="5400000">
            <a:off x="22800607" y="14439765"/>
            <a:ext cx="4725683" cy="3950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ECED4F0-49D7-4857-4197-1546891162BC}"/>
              </a:ext>
            </a:extLst>
          </p:cNvPr>
          <p:cNvSpPr/>
          <p:nvPr/>
        </p:nvSpPr>
        <p:spPr>
          <a:xfrm rot="5400000">
            <a:off x="25492325" y="15553566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CC00050-249C-23E7-5D80-29FF6DD014A6}"/>
              </a:ext>
            </a:extLst>
          </p:cNvPr>
          <p:cNvCxnSpPr>
            <a:cxnSpLocks/>
          </p:cNvCxnSpPr>
          <p:nvPr/>
        </p:nvCxnSpPr>
        <p:spPr>
          <a:xfrm flipH="1">
            <a:off x="28545525" y="15751105"/>
            <a:ext cx="1170924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9279AC08-61DF-1DE4-6BC1-5A394966F8D6}"/>
              </a:ext>
            </a:extLst>
          </p:cNvPr>
          <p:cNvCxnSpPr>
            <a:cxnSpLocks/>
          </p:cNvCxnSpPr>
          <p:nvPr/>
        </p:nvCxnSpPr>
        <p:spPr>
          <a:xfrm>
            <a:off x="25385150" y="15751105"/>
            <a:ext cx="11586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95B17317-B726-CDBE-714C-0B3D1CA21147}"/>
              </a:ext>
            </a:extLst>
          </p:cNvPr>
          <p:cNvCxnSpPr>
            <a:cxnSpLocks/>
          </p:cNvCxnSpPr>
          <p:nvPr/>
        </p:nvCxnSpPr>
        <p:spPr>
          <a:xfrm>
            <a:off x="24229203" y="11465133"/>
            <a:ext cx="0" cy="5535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C335AE2-FB27-9EB3-516A-D2F2C0BB8B30}"/>
              </a:ext>
            </a:extLst>
          </p:cNvPr>
          <p:cNvCxnSpPr>
            <a:cxnSpLocks/>
          </p:cNvCxnSpPr>
          <p:nvPr/>
        </p:nvCxnSpPr>
        <p:spPr>
          <a:xfrm flipH="1">
            <a:off x="24093231" y="14591604"/>
            <a:ext cx="2232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1090C210-6B89-4987-2B05-80EFF1949FF5}"/>
              </a:ext>
            </a:extLst>
          </p:cNvPr>
          <p:cNvSpPr txBox="1"/>
          <p:nvPr/>
        </p:nvSpPr>
        <p:spPr>
          <a:xfrm>
            <a:off x="22806580" y="14355191"/>
            <a:ext cx="13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~100kya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1B84134-4762-0CDE-D635-DF5957119095}"/>
              </a:ext>
            </a:extLst>
          </p:cNvPr>
          <p:cNvSpPr/>
          <p:nvPr/>
        </p:nvSpPr>
        <p:spPr>
          <a:xfrm>
            <a:off x="25360989" y="14502065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65CC150-CE8D-92C5-EE9F-D62467712EE4}"/>
              </a:ext>
            </a:extLst>
          </p:cNvPr>
          <p:cNvSpPr/>
          <p:nvPr/>
        </p:nvSpPr>
        <p:spPr>
          <a:xfrm>
            <a:off x="27750492" y="12274465"/>
            <a:ext cx="1965960" cy="1241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E3B7587F-1997-6304-11F4-C94E5DFBFF00}"/>
              </a:ext>
            </a:extLst>
          </p:cNvPr>
          <p:cNvSpPr/>
          <p:nvPr/>
        </p:nvSpPr>
        <p:spPr>
          <a:xfrm rot="5400000">
            <a:off x="27079657" y="11733889"/>
            <a:ext cx="912002" cy="41742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6D58471-045D-FEAD-3129-357B63E0F332}"/>
              </a:ext>
            </a:extLst>
          </p:cNvPr>
          <p:cNvSpPr/>
          <p:nvPr/>
        </p:nvSpPr>
        <p:spPr>
          <a:xfrm>
            <a:off x="25360986" y="12274464"/>
            <a:ext cx="1965960" cy="1241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34E32F4-B865-2FAE-9C31-0B6A2DD2EB70}"/>
              </a:ext>
            </a:extLst>
          </p:cNvPr>
          <p:cNvSpPr/>
          <p:nvPr/>
        </p:nvSpPr>
        <p:spPr>
          <a:xfrm rot="5400000">
            <a:off x="27088242" y="15553564"/>
            <a:ext cx="2498079" cy="3950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13CD637-5EA9-522E-ADBB-76DD2C92E32D}"/>
              </a:ext>
            </a:extLst>
          </p:cNvPr>
          <p:cNvSpPr/>
          <p:nvPr/>
        </p:nvSpPr>
        <p:spPr>
          <a:xfrm>
            <a:off x="28531773" y="14499912"/>
            <a:ext cx="1182835" cy="10267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" name="Picture 205">
            <a:extLst>
              <a:ext uri="{FF2B5EF4-FFF2-40B4-BE49-F238E27FC236}">
                <a16:creationId xmlns:a16="http://schemas.microsoft.com/office/drawing/2014/main" id="{1C6D9831-96F4-D2A4-7D3A-9D40BBEAB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6013981" y="17452380"/>
            <a:ext cx="1413430" cy="910876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4F47EC0E-99E4-B0FA-5D41-53CCD622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5936" y="17226707"/>
            <a:ext cx="1335024" cy="1004445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6013F84E-E090-B8B4-D9D4-D37EB3FEA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647769" y="17452039"/>
            <a:ext cx="1413428" cy="910875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0FC76DB9-C63B-7649-A07D-3DD4E39F9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221" y="17405979"/>
            <a:ext cx="1307538" cy="851420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2D296330-C3FF-1A63-12C2-628F30018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1495" y="17920849"/>
            <a:ext cx="285750" cy="336550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BBE17FD1-6E78-6B9C-9DD1-0DE29CCA3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4485" y="17920849"/>
            <a:ext cx="285750" cy="336550"/>
          </a:xfrm>
          <a:prstGeom prst="rect">
            <a:avLst/>
          </a:prstGeom>
        </p:spPr>
      </p:pic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D639BE93-00B8-5632-6801-8C13A0AE5808}"/>
              </a:ext>
            </a:extLst>
          </p:cNvPr>
          <p:cNvCxnSpPr>
            <a:cxnSpLocks/>
          </p:cNvCxnSpPr>
          <p:nvPr/>
        </p:nvCxnSpPr>
        <p:spPr>
          <a:xfrm flipH="1">
            <a:off x="25368206" y="13321394"/>
            <a:ext cx="4331299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8AA42CB0-8465-B775-383F-B6881761168B}"/>
              </a:ext>
            </a:extLst>
          </p:cNvPr>
          <p:cNvSpPr txBox="1"/>
          <p:nvPr/>
        </p:nvSpPr>
        <p:spPr>
          <a:xfrm>
            <a:off x="25595458" y="12859728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A7CF5DA-ADE7-2CCD-F769-8D2DE097E105}"/>
              </a:ext>
            </a:extLst>
          </p:cNvPr>
          <p:cNvSpPr txBox="1"/>
          <p:nvPr/>
        </p:nvSpPr>
        <p:spPr>
          <a:xfrm>
            <a:off x="25594868" y="16246977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714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" grpId="0" animBg="1"/>
      <p:bldP spid="67" grpId="0" animBg="1"/>
      <p:bldP spid="117" grpId="0" animBg="1"/>
      <p:bldP spid="130" grpId="0" animBg="1"/>
      <p:bldP spid="157" grpId="0" animBg="1"/>
      <p:bldP spid="168" grpId="0" animBg="1"/>
      <p:bldP spid="179" grpId="0" animBg="1"/>
      <p:bldP spid="193" grpId="0" animBg="1"/>
      <p:bldP spid="20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865</TotalTime>
  <Words>24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Maximos Zhee Hao Chin</dc:creator>
  <cp:lastModifiedBy>Maximos Zhee Hao Chin</cp:lastModifiedBy>
  <cp:revision>5</cp:revision>
  <dcterms:created xsi:type="dcterms:W3CDTF">2026-01-09T07:15:20Z</dcterms:created>
  <dcterms:modified xsi:type="dcterms:W3CDTF">2026-04-28T21:21:57Z</dcterms:modified>
</cp:coreProperties>
</file>