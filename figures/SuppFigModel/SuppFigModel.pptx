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3891200" cy="1920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76"/>
    <p:restoredTop sz="94614"/>
  </p:normalViewPr>
  <p:slideViewPr>
    <p:cSldViewPr snapToGrid="0">
      <p:cViewPr>
        <p:scale>
          <a:sx n="10" d="100"/>
          <a:sy n="10" d="100"/>
        </p:scale>
        <p:origin x="3152" y="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3142616"/>
            <a:ext cx="32918400" cy="6685280"/>
          </a:xfrm>
        </p:spPr>
        <p:txBody>
          <a:bodyPr anchor="b"/>
          <a:lstStyle>
            <a:lvl1pPr algn="ctr">
              <a:defRPr sz="1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0085706"/>
            <a:ext cx="32918400" cy="4636134"/>
          </a:xfrm>
        </p:spPr>
        <p:txBody>
          <a:bodyPr/>
          <a:lstStyle>
            <a:lvl1pPr marL="0" indent="0" algn="ctr">
              <a:buNone/>
              <a:defRPr sz="6720"/>
            </a:lvl1pPr>
            <a:lvl2pPr marL="1280160" indent="0" algn="ctr">
              <a:buNone/>
              <a:defRPr sz="5600"/>
            </a:lvl2pPr>
            <a:lvl3pPr marL="2560320" indent="0" algn="ctr">
              <a:buNone/>
              <a:defRPr sz="5040"/>
            </a:lvl3pPr>
            <a:lvl4pPr marL="3840480" indent="0" algn="ctr">
              <a:buNone/>
              <a:defRPr sz="4480"/>
            </a:lvl4pPr>
            <a:lvl5pPr marL="5120640" indent="0" algn="ctr">
              <a:buNone/>
              <a:defRPr sz="4480"/>
            </a:lvl5pPr>
            <a:lvl6pPr marL="6400800" indent="0" algn="ctr">
              <a:buNone/>
              <a:defRPr sz="4480"/>
            </a:lvl6pPr>
            <a:lvl7pPr marL="7680960" indent="0" algn="ctr">
              <a:buNone/>
              <a:defRPr sz="4480"/>
            </a:lvl7pPr>
            <a:lvl8pPr marL="8961120" indent="0" algn="ctr">
              <a:buNone/>
              <a:defRPr sz="4480"/>
            </a:lvl8pPr>
            <a:lvl9pPr marL="10241280" indent="0" algn="ctr">
              <a:buNone/>
              <a:defRPr sz="4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8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5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4787268"/>
            <a:ext cx="37856160" cy="7987664"/>
          </a:xfrm>
        </p:spPr>
        <p:txBody>
          <a:bodyPr anchor="b"/>
          <a:lstStyle>
            <a:lvl1pPr>
              <a:defRPr sz="1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2850498"/>
            <a:ext cx="37856160" cy="4200524"/>
          </a:xfrm>
        </p:spPr>
        <p:txBody>
          <a:bodyPr/>
          <a:lstStyle>
            <a:lvl1pPr marL="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1pPr>
            <a:lvl2pPr marL="128016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2pPr>
            <a:lvl3pPr marL="256032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3pPr>
            <a:lvl4pPr marL="384048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4pPr>
            <a:lvl5pPr marL="512064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5pPr>
            <a:lvl6pPr marL="640080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6pPr>
            <a:lvl7pPr marL="768096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7pPr>
            <a:lvl8pPr marL="896112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8pPr>
            <a:lvl9pPr marL="1024128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0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5111750"/>
            <a:ext cx="1865376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5111750"/>
            <a:ext cx="1865376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022352"/>
            <a:ext cx="37856160" cy="3711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4707256"/>
            <a:ext cx="18568033" cy="2306954"/>
          </a:xfrm>
        </p:spPr>
        <p:txBody>
          <a:bodyPr anchor="b"/>
          <a:lstStyle>
            <a:lvl1pPr marL="0" indent="0">
              <a:buNone/>
              <a:defRPr sz="6720" b="1"/>
            </a:lvl1pPr>
            <a:lvl2pPr marL="1280160" indent="0">
              <a:buNone/>
              <a:defRPr sz="5600" b="1"/>
            </a:lvl2pPr>
            <a:lvl3pPr marL="2560320" indent="0">
              <a:buNone/>
              <a:defRPr sz="5040" b="1"/>
            </a:lvl3pPr>
            <a:lvl4pPr marL="3840480" indent="0">
              <a:buNone/>
              <a:defRPr sz="4480" b="1"/>
            </a:lvl4pPr>
            <a:lvl5pPr marL="5120640" indent="0">
              <a:buNone/>
              <a:defRPr sz="4480" b="1"/>
            </a:lvl5pPr>
            <a:lvl6pPr marL="6400800" indent="0">
              <a:buNone/>
              <a:defRPr sz="4480" b="1"/>
            </a:lvl6pPr>
            <a:lvl7pPr marL="7680960" indent="0">
              <a:buNone/>
              <a:defRPr sz="4480" b="1"/>
            </a:lvl7pPr>
            <a:lvl8pPr marL="8961120" indent="0">
              <a:buNone/>
              <a:defRPr sz="4480" b="1"/>
            </a:lvl8pPr>
            <a:lvl9pPr marL="10241280" indent="0">
              <a:buNone/>
              <a:defRPr sz="4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7014210"/>
            <a:ext cx="18568033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4707256"/>
            <a:ext cx="18659477" cy="2306954"/>
          </a:xfrm>
        </p:spPr>
        <p:txBody>
          <a:bodyPr anchor="b"/>
          <a:lstStyle>
            <a:lvl1pPr marL="0" indent="0">
              <a:buNone/>
              <a:defRPr sz="6720" b="1"/>
            </a:lvl1pPr>
            <a:lvl2pPr marL="1280160" indent="0">
              <a:buNone/>
              <a:defRPr sz="5600" b="1"/>
            </a:lvl2pPr>
            <a:lvl3pPr marL="2560320" indent="0">
              <a:buNone/>
              <a:defRPr sz="5040" b="1"/>
            </a:lvl3pPr>
            <a:lvl4pPr marL="3840480" indent="0">
              <a:buNone/>
              <a:defRPr sz="4480" b="1"/>
            </a:lvl4pPr>
            <a:lvl5pPr marL="5120640" indent="0">
              <a:buNone/>
              <a:defRPr sz="4480" b="1"/>
            </a:lvl5pPr>
            <a:lvl6pPr marL="6400800" indent="0">
              <a:buNone/>
              <a:defRPr sz="4480" b="1"/>
            </a:lvl6pPr>
            <a:lvl7pPr marL="7680960" indent="0">
              <a:buNone/>
              <a:defRPr sz="4480" b="1"/>
            </a:lvl7pPr>
            <a:lvl8pPr marL="8961120" indent="0">
              <a:buNone/>
              <a:defRPr sz="4480" b="1"/>
            </a:lvl8pPr>
            <a:lvl9pPr marL="10241280" indent="0">
              <a:buNone/>
              <a:defRPr sz="4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7014210"/>
            <a:ext cx="18659477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6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9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280160"/>
            <a:ext cx="14156053" cy="4480560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2764791"/>
            <a:ext cx="22219920" cy="13646150"/>
          </a:xfrm>
        </p:spPr>
        <p:txBody>
          <a:bodyPr/>
          <a:lstStyle>
            <a:lvl1pPr>
              <a:defRPr sz="8960"/>
            </a:lvl1pPr>
            <a:lvl2pPr>
              <a:defRPr sz="7840"/>
            </a:lvl2pPr>
            <a:lvl3pPr>
              <a:defRPr sz="6720"/>
            </a:lvl3pPr>
            <a:lvl4pPr>
              <a:defRPr sz="5600"/>
            </a:lvl4pPr>
            <a:lvl5pPr>
              <a:defRPr sz="5600"/>
            </a:lvl5pPr>
            <a:lvl6pPr>
              <a:defRPr sz="5600"/>
            </a:lvl6pPr>
            <a:lvl7pPr>
              <a:defRPr sz="5600"/>
            </a:lvl7pPr>
            <a:lvl8pPr>
              <a:defRPr sz="5600"/>
            </a:lvl8pPr>
            <a:lvl9pPr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5760720"/>
            <a:ext cx="14156053" cy="10672446"/>
          </a:xfrm>
        </p:spPr>
        <p:txBody>
          <a:bodyPr/>
          <a:lstStyle>
            <a:lvl1pPr marL="0" indent="0">
              <a:buNone/>
              <a:defRPr sz="4480"/>
            </a:lvl1pPr>
            <a:lvl2pPr marL="1280160" indent="0">
              <a:buNone/>
              <a:defRPr sz="3920"/>
            </a:lvl2pPr>
            <a:lvl3pPr marL="2560320" indent="0">
              <a:buNone/>
              <a:defRPr sz="3360"/>
            </a:lvl3pPr>
            <a:lvl4pPr marL="3840480" indent="0">
              <a:buNone/>
              <a:defRPr sz="2800"/>
            </a:lvl4pPr>
            <a:lvl5pPr marL="5120640" indent="0">
              <a:buNone/>
              <a:defRPr sz="2800"/>
            </a:lvl5pPr>
            <a:lvl6pPr marL="6400800" indent="0">
              <a:buNone/>
              <a:defRPr sz="2800"/>
            </a:lvl6pPr>
            <a:lvl7pPr marL="7680960" indent="0">
              <a:buNone/>
              <a:defRPr sz="2800"/>
            </a:lvl7pPr>
            <a:lvl8pPr marL="8961120" indent="0">
              <a:buNone/>
              <a:defRPr sz="2800"/>
            </a:lvl8pPr>
            <a:lvl9pPr marL="1024128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0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280160"/>
            <a:ext cx="14156053" cy="4480560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2764791"/>
            <a:ext cx="22219920" cy="13646150"/>
          </a:xfrm>
        </p:spPr>
        <p:txBody>
          <a:bodyPr anchor="t"/>
          <a:lstStyle>
            <a:lvl1pPr marL="0" indent="0">
              <a:buNone/>
              <a:defRPr sz="8960"/>
            </a:lvl1pPr>
            <a:lvl2pPr marL="1280160" indent="0">
              <a:buNone/>
              <a:defRPr sz="7840"/>
            </a:lvl2pPr>
            <a:lvl3pPr marL="2560320" indent="0">
              <a:buNone/>
              <a:defRPr sz="6720"/>
            </a:lvl3pPr>
            <a:lvl4pPr marL="3840480" indent="0">
              <a:buNone/>
              <a:defRPr sz="5600"/>
            </a:lvl4pPr>
            <a:lvl5pPr marL="5120640" indent="0">
              <a:buNone/>
              <a:defRPr sz="5600"/>
            </a:lvl5pPr>
            <a:lvl6pPr marL="6400800" indent="0">
              <a:buNone/>
              <a:defRPr sz="5600"/>
            </a:lvl6pPr>
            <a:lvl7pPr marL="7680960" indent="0">
              <a:buNone/>
              <a:defRPr sz="5600"/>
            </a:lvl7pPr>
            <a:lvl8pPr marL="8961120" indent="0">
              <a:buNone/>
              <a:defRPr sz="5600"/>
            </a:lvl8pPr>
            <a:lvl9pPr marL="10241280" indent="0">
              <a:buNone/>
              <a:defRPr sz="5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5760720"/>
            <a:ext cx="14156053" cy="10672446"/>
          </a:xfrm>
        </p:spPr>
        <p:txBody>
          <a:bodyPr/>
          <a:lstStyle>
            <a:lvl1pPr marL="0" indent="0">
              <a:buNone/>
              <a:defRPr sz="4480"/>
            </a:lvl1pPr>
            <a:lvl2pPr marL="1280160" indent="0">
              <a:buNone/>
              <a:defRPr sz="3920"/>
            </a:lvl2pPr>
            <a:lvl3pPr marL="2560320" indent="0">
              <a:buNone/>
              <a:defRPr sz="3360"/>
            </a:lvl3pPr>
            <a:lvl4pPr marL="3840480" indent="0">
              <a:buNone/>
              <a:defRPr sz="2800"/>
            </a:lvl4pPr>
            <a:lvl5pPr marL="5120640" indent="0">
              <a:buNone/>
              <a:defRPr sz="2800"/>
            </a:lvl5pPr>
            <a:lvl6pPr marL="6400800" indent="0">
              <a:buNone/>
              <a:defRPr sz="2800"/>
            </a:lvl6pPr>
            <a:lvl7pPr marL="7680960" indent="0">
              <a:buNone/>
              <a:defRPr sz="2800"/>
            </a:lvl7pPr>
            <a:lvl8pPr marL="8961120" indent="0">
              <a:buNone/>
              <a:defRPr sz="2800"/>
            </a:lvl8pPr>
            <a:lvl9pPr marL="1024128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9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9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022350"/>
            <a:ext cx="9464040" cy="162731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022350"/>
            <a:ext cx="27843480" cy="162731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1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022352"/>
            <a:ext cx="37856160" cy="3711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5111750"/>
            <a:ext cx="37856160" cy="1218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17797781"/>
            <a:ext cx="987552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CBD94-6899-E445-BE1B-2181BBCA6A9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17797781"/>
            <a:ext cx="1481328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17797781"/>
            <a:ext cx="987552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6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60320" rtl="0" eaLnBrk="1" latinLnBrk="0" hangingPunct="1">
        <a:lnSpc>
          <a:spcPct val="90000"/>
        </a:lnSpc>
        <a:spcBef>
          <a:spcPct val="0"/>
        </a:spcBef>
        <a:buNone/>
        <a:defRPr sz="12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0080" indent="-640080" algn="l" defTabSz="256032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784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3pPr>
      <a:lvl4pPr marL="448056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5pPr>
      <a:lvl6pPr marL="704088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6pPr>
      <a:lvl7pPr marL="832104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8pPr>
      <a:lvl9pPr marL="1088136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8016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56032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4pPr>
      <a:lvl5pPr marL="512064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5pPr>
      <a:lvl6pPr marL="640080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6pPr>
      <a:lvl7pPr marL="768096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7pPr>
      <a:lvl8pPr marL="896112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8pPr>
      <a:lvl9pPr marL="1024128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0A89E2-ED82-3CFE-1167-FEB932A09F1E}"/>
              </a:ext>
            </a:extLst>
          </p:cNvPr>
          <p:cNvSpPr/>
          <p:nvPr/>
        </p:nvSpPr>
        <p:spPr>
          <a:xfrm rot="5400000">
            <a:off x="22100775" y="5856367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406B64-890E-205D-769A-97CE91970CA5}"/>
              </a:ext>
            </a:extLst>
          </p:cNvPr>
          <p:cNvSpPr/>
          <p:nvPr/>
        </p:nvSpPr>
        <p:spPr>
          <a:xfrm rot="5400000">
            <a:off x="18918884" y="5856367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3A18D3-0E90-270C-C65F-31ECE1592040}"/>
              </a:ext>
            </a:extLst>
          </p:cNvPr>
          <p:cNvSpPr/>
          <p:nvPr/>
        </p:nvSpPr>
        <p:spPr>
          <a:xfrm rot="5400000">
            <a:off x="21610602" y="6970168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AC0872-BDF3-ACC7-0799-ECFCF55D7845}"/>
              </a:ext>
            </a:extLst>
          </p:cNvPr>
          <p:cNvCxnSpPr>
            <a:cxnSpLocks/>
          </p:cNvCxnSpPr>
          <p:nvPr/>
        </p:nvCxnSpPr>
        <p:spPr>
          <a:xfrm flipH="1">
            <a:off x="23061038" y="7167707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E92D26-0AD6-D00D-A564-B146BD8CF577}"/>
              </a:ext>
            </a:extLst>
          </p:cNvPr>
          <p:cNvCxnSpPr>
            <a:cxnSpLocks/>
          </p:cNvCxnSpPr>
          <p:nvPr/>
        </p:nvCxnSpPr>
        <p:spPr>
          <a:xfrm>
            <a:off x="21503427" y="7167707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24F4EE-ACDA-73B3-67AE-F16C74784B73}"/>
              </a:ext>
            </a:extLst>
          </p:cNvPr>
          <p:cNvCxnSpPr>
            <a:cxnSpLocks/>
          </p:cNvCxnSpPr>
          <p:nvPr/>
        </p:nvCxnSpPr>
        <p:spPr>
          <a:xfrm flipH="1">
            <a:off x="21479263" y="4794724"/>
            <a:ext cx="2786813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456F42-C9A4-A547-19BA-2DE8CAD66993}"/>
              </a:ext>
            </a:extLst>
          </p:cNvPr>
          <p:cNvCxnSpPr>
            <a:cxnSpLocks/>
          </p:cNvCxnSpPr>
          <p:nvPr/>
        </p:nvCxnSpPr>
        <p:spPr>
          <a:xfrm>
            <a:off x="20347480" y="2881735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B3248F-16D9-241F-C5F2-FFA9B04A9D9C}"/>
              </a:ext>
            </a:extLst>
          </p:cNvPr>
          <p:cNvCxnSpPr>
            <a:cxnSpLocks/>
          </p:cNvCxnSpPr>
          <p:nvPr/>
        </p:nvCxnSpPr>
        <p:spPr>
          <a:xfrm flipH="1">
            <a:off x="20211508" y="6008206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FC16E98-6FB4-B240-CD5B-9EBD25B35983}"/>
              </a:ext>
            </a:extLst>
          </p:cNvPr>
          <p:cNvSpPr/>
          <p:nvPr/>
        </p:nvSpPr>
        <p:spPr>
          <a:xfrm rot="5400000">
            <a:off x="23214576" y="6989399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BAFBAA-9430-3395-981B-3236E328D051}"/>
              </a:ext>
            </a:extLst>
          </p:cNvPr>
          <p:cNvSpPr/>
          <p:nvPr/>
        </p:nvSpPr>
        <p:spPr>
          <a:xfrm rot="5400000">
            <a:off x="20031742" y="6989399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BCCF1-5F60-ADCF-D774-3B6F0AAA3C98}"/>
              </a:ext>
            </a:extLst>
          </p:cNvPr>
          <p:cNvSpPr/>
          <p:nvPr/>
        </p:nvSpPr>
        <p:spPr>
          <a:xfrm>
            <a:off x="23057181" y="5918668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C4F49F-9DA8-F3F0-D0AB-6CD4A896D8AA}"/>
              </a:ext>
            </a:extLst>
          </p:cNvPr>
          <p:cNvSpPr/>
          <p:nvPr/>
        </p:nvSpPr>
        <p:spPr>
          <a:xfrm>
            <a:off x="21479266" y="5918667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EFB4AA-B25B-CB85-D0D8-224AC71B0D1A}"/>
              </a:ext>
            </a:extLst>
          </p:cNvPr>
          <p:cNvSpPr/>
          <p:nvPr/>
        </p:nvSpPr>
        <p:spPr>
          <a:xfrm>
            <a:off x="23057181" y="3691066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DD2FD7-D59D-B612-F1DD-896D59FD98EC}"/>
              </a:ext>
            </a:extLst>
          </p:cNvPr>
          <p:cNvSpPr/>
          <p:nvPr/>
        </p:nvSpPr>
        <p:spPr>
          <a:xfrm rot="5400000">
            <a:off x="22403638" y="3140198"/>
            <a:ext cx="912002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3324BC-0042-A07E-7E65-8B7FE2EB56A1}"/>
              </a:ext>
            </a:extLst>
          </p:cNvPr>
          <p:cNvSpPr/>
          <p:nvPr/>
        </p:nvSpPr>
        <p:spPr>
          <a:xfrm>
            <a:off x="21479263" y="3691066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DBCA74-8C46-DB10-8F97-026DA19880B6}"/>
              </a:ext>
            </a:extLst>
          </p:cNvPr>
          <p:cNvSpPr/>
          <p:nvPr/>
        </p:nvSpPr>
        <p:spPr>
          <a:xfrm rot="5400000">
            <a:off x="15126858" y="5856364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5C5DA0-E5D5-C2C5-9BA7-DC8DDA8A78DE}"/>
              </a:ext>
            </a:extLst>
          </p:cNvPr>
          <p:cNvSpPr/>
          <p:nvPr/>
        </p:nvSpPr>
        <p:spPr>
          <a:xfrm rot="5400000">
            <a:off x="11944967" y="5856364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42000E7-A465-40E7-8AB7-8DC8CB8C3C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680296" y="8692986"/>
            <a:ext cx="1705586" cy="9096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F148220-1CCB-D5BF-00DD-AB917F96A49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66163" y="8581352"/>
            <a:ext cx="1481404" cy="105455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0497187-656A-1065-57E1-C04EA7938A89}"/>
              </a:ext>
            </a:extLst>
          </p:cNvPr>
          <p:cNvSpPr/>
          <p:nvPr/>
        </p:nvSpPr>
        <p:spPr>
          <a:xfrm rot="5400000">
            <a:off x="14636685" y="6970165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F38892-E0EF-B41B-BA8D-4C11F97AB57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106032" y="8821060"/>
            <a:ext cx="1566551" cy="742051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4C04B03-5D1E-B849-020D-20D6DEA7636E}"/>
              </a:ext>
            </a:extLst>
          </p:cNvPr>
          <p:cNvCxnSpPr>
            <a:cxnSpLocks/>
          </p:cNvCxnSpPr>
          <p:nvPr/>
        </p:nvCxnSpPr>
        <p:spPr>
          <a:xfrm flipH="1">
            <a:off x="16087121" y="7167704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A318359-7E65-91D6-5892-3AE62E842E75}"/>
              </a:ext>
            </a:extLst>
          </p:cNvPr>
          <p:cNvCxnSpPr>
            <a:cxnSpLocks/>
          </p:cNvCxnSpPr>
          <p:nvPr/>
        </p:nvCxnSpPr>
        <p:spPr>
          <a:xfrm>
            <a:off x="14529510" y="7167704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162981-14A2-EA8B-9B3B-785EEBDDF306}"/>
              </a:ext>
            </a:extLst>
          </p:cNvPr>
          <p:cNvCxnSpPr>
            <a:cxnSpLocks/>
          </p:cNvCxnSpPr>
          <p:nvPr/>
        </p:nvCxnSpPr>
        <p:spPr>
          <a:xfrm>
            <a:off x="13373563" y="2881732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397EA88-B7D0-511E-2F90-9A28C658B76F}"/>
              </a:ext>
            </a:extLst>
          </p:cNvPr>
          <p:cNvCxnSpPr>
            <a:cxnSpLocks/>
          </p:cNvCxnSpPr>
          <p:nvPr/>
        </p:nvCxnSpPr>
        <p:spPr>
          <a:xfrm flipH="1">
            <a:off x="13237591" y="6008203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03963AD-643E-4D95-62E2-FBCA6F392571}"/>
              </a:ext>
            </a:extLst>
          </p:cNvPr>
          <p:cNvSpPr txBox="1"/>
          <p:nvPr/>
        </p:nvSpPr>
        <p:spPr>
          <a:xfrm>
            <a:off x="11950940" y="5771790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56F4A1-13DF-91C0-2122-EA67BCD300EE}"/>
              </a:ext>
            </a:extLst>
          </p:cNvPr>
          <p:cNvSpPr/>
          <p:nvPr/>
        </p:nvSpPr>
        <p:spPr>
          <a:xfrm rot="5400000">
            <a:off x="16240659" y="6989396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BE8445-B1B3-D241-4E7C-3A5624A06F51}"/>
              </a:ext>
            </a:extLst>
          </p:cNvPr>
          <p:cNvSpPr/>
          <p:nvPr/>
        </p:nvSpPr>
        <p:spPr>
          <a:xfrm rot="5400000">
            <a:off x="13057825" y="6989396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6543A9-0BC1-DEF9-C1FA-6E74908A1579}"/>
              </a:ext>
            </a:extLst>
          </p:cNvPr>
          <p:cNvSpPr/>
          <p:nvPr/>
        </p:nvSpPr>
        <p:spPr>
          <a:xfrm>
            <a:off x="16083264" y="5918665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23C31E7-4088-67DE-DA37-4B7C815FB766}"/>
              </a:ext>
            </a:extLst>
          </p:cNvPr>
          <p:cNvSpPr/>
          <p:nvPr/>
        </p:nvSpPr>
        <p:spPr>
          <a:xfrm>
            <a:off x="14505349" y="5918664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6870DF-2F0A-E003-0CF3-CAB5C6FB9008}"/>
              </a:ext>
            </a:extLst>
          </p:cNvPr>
          <p:cNvSpPr/>
          <p:nvPr/>
        </p:nvSpPr>
        <p:spPr>
          <a:xfrm>
            <a:off x="16083264" y="3691063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3D25D9-3B7D-6A07-72F0-1034A2FFECBD}"/>
              </a:ext>
            </a:extLst>
          </p:cNvPr>
          <p:cNvSpPr/>
          <p:nvPr/>
        </p:nvSpPr>
        <p:spPr>
          <a:xfrm rot="5400000">
            <a:off x="15429721" y="3140195"/>
            <a:ext cx="912002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8BE6CF-3625-58B3-79FE-6567F6957C0D}"/>
              </a:ext>
            </a:extLst>
          </p:cNvPr>
          <p:cNvSpPr/>
          <p:nvPr/>
        </p:nvSpPr>
        <p:spPr>
          <a:xfrm>
            <a:off x="14505346" y="3691063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7A7C4A-0164-53A0-4E71-2EB701EEC0DF}"/>
              </a:ext>
            </a:extLst>
          </p:cNvPr>
          <p:cNvSpPr/>
          <p:nvPr/>
        </p:nvSpPr>
        <p:spPr>
          <a:xfrm rot="5400000">
            <a:off x="28592069" y="5784926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2E074A-2A1C-7751-8E87-116114C2CF1A}"/>
              </a:ext>
            </a:extLst>
          </p:cNvPr>
          <p:cNvSpPr/>
          <p:nvPr/>
        </p:nvSpPr>
        <p:spPr>
          <a:xfrm rot="5400000">
            <a:off x="25410178" y="5784926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6ADB61-D5A7-871B-E8E0-D6E79104804D}"/>
              </a:ext>
            </a:extLst>
          </p:cNvPr>
          <p:cNvSpPr/>
          <p:nvPr/>
        </p:nvSpPr>
        <p:spPr>
          <a:xfrm rot="5400000">
            <a:off x="28101896" y="6898727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623E54B-873B-4253-1651-F89A8674BAF7}"/>
              </a:ext>
            </a:extLst>
          </p:cNvPr>
          <p:cNvCxnSpPr>
            <a:cxnSpLocks/>
          </p:cNvCxnSpPr>
          <p:nvPr/>
        </p:nvCxnSpPr>
        <p:spPr>
          <a:xfrm flipH="1">
            <a:off x="29552332" y="7096266"/>
            <a:ext cx="1170924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5C228CB-815F-60B8-2FF3-4A69578CCAE4}"/>
              </a:ext>
            </a:extLst>
          </p:cNvPr>
          <p:cNvCxnSpPr>
            <a:cxnSpLocks/>
          </p:cNvCxnSpPr>
          <p:nvPr/>
        </p:nvCxnSpPr>
        <p:spPr>
          <a:xfrm>
            <a:off x="27994721" y="7096266"/>
            <a:ext cx="1158670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75B6FEA-BBFC-86FB-5324-C1F5767E2038}"/>
              </a:ext>
            </a:extLst>
          </p:cNvPr>
          <p:cNvCxnSpPr>
            <a:cxnSpLocks/>
          </p:cNvCxnSpPr>
          <p:nvPr/>
        </p:nvCxnSpPr>
        <p:spPr>
          <a:xfrm flipH="1">
            <a:off x="27989789" y="7490546"/>
            <a:ext cx="2786813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BF9060-5C3F-5A9F-3098-E34026881524}"/>
              </a:ext>
            </a:extLst>
          </p:cNvPr>
          <p:cNvCxnSpPr>
            <a:cxnSpLocks/>
          </p:cNvCxnSpPr>
          <p:nvPr/>
        </p:nvCxnSpPr>
        <p:spPr>
          <a:xfrm>
            <a:off x="26838774" y="2810294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1AB1DF9-9B93-B92B-49C2-9E1F3519ECC2}"/>
              </a:ext>
            </a:extLst>
          </p:cNvPr>
          <p:cNvCxnSpPr>
            <a:cxnSpLocks/>
          </p:cNvCxnSpPr>
          <p:nvPr/>
        </p:nvCxnSpPr>
        <p:spPr>
          <a:xfrm flipH="1">
            <a:off x="26727132" y="6002622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9A80ED46-20A9-DA47-F2F7-AC821F689FBE}"/>
              </a:ext>
            </a:extLst>
          </p:cNvPr>
          <p:cNvSpPr/>
          <p:nvPr/>
        </p:nvSpPr>
        <p:spPr>
          <a:xfrm rot="5400000">
            <a:off x="29705870" y="6917958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B013DE7-9171-1444-C631-5C733B7B8E97}"/>
              </a:ext>
            </a:extLst>
          </p:cNvPr>
          <p:cNvSpPr/>
          <p:nvPr/>
        </p:nvSpPr>
        <p:spPr>
          <a:xfrm rot="5400000">
            <a:off x="26523036" y="6917958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76BC824-7DF7-C992-604F-974769DE3DB4}"/>
              </a:ext>
            </a:extLst>
          </p:cNvPr>
          <p:cNvSpPr/>
          <p:nvPr/>
        </p:nvSpPr>
        <p:spPr>
          <a:xfrm>
            <a:off x="29548475" y="5847227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0507406-0A8B-B087-FFBA-F01D5EC9CC30}"/>
              </a:ext>
            </a:extLst>
          </p:cNvPr>
          <p:cNvSpPr/>
          <p:nvPr/>
        </p:nvSpPr>
        <p:spPr>
          <a:xfrm>
            <a:off x="27970560" y="5847226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AC6F63-2921-1F1C-CE74-413A63951960}"/>
              </a:ext>
            </a:extLst>
          </p:cNvPr>
          <p:cNvSpPr/>
          <p:nvPr/>
        </p:nvSpPr>
        <p:spPr>
          <a:xfrm>
            <a:off x="29548475" y="3619625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5AF7AAE-1B43-F0FC-1E6F-2497602DEF85}"/>
              </a:ext>
            </a:extLst>
          </p:cNvPr>
          <p:cNvSpPr/>
          <p:nvPr/>
        </p:nvSpPr>
        <p:spPr>
          <a:xfrm rot="5400000">
            <a:off x="28894932" y="3068757"/>
            <a:ext cx="912002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65B5FA6-C7A9-C248-A5A7-E8C013A11A01}"/>
              </a:ext>
            </a:extLst>
          </p:cNvPr>
          <p:cNvSpPr/>
          <p:nvPr/>
        </p:nvSpPr>
        <p:spPr>
          <a:xfrm>
            <a:off x="27970557" y="3619625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A3831F5-921B-7304-277D-F09451EAC0A1}"/>
              </a:ext>
            </a:extLst>
          </p:cNvPr>
          <p:cNvSpPr/>
          <p:nvPr/>
        </p:nvSpPr>
        <p:spPr>
          <a:xfrm rot="5400000">
            <a:off x="19217296" y="13896314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19DEF60-CDFB-6C82-9001-8644FC477F7E}"/>
              </a:ext>
            </a:extLst>
          </p:cNvPr>
          <p:cNvSpPr/>
          <p:nvPr/>
        </p:nvSpPr>
        <p:spPr>
          <a:xfrm rot="5400000">
            <a:off x="16035405" y="13896314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901A040-8286-15C0-C046-3264FC99E293}"/>
              </a:ext>
            </a:extLst>
          </p:cNvPr>
          <p:cNvSpPr/>
          <p:nvPr/>
        </p:nvSpPr>
        <p:spPr>
          <a:xfrm rot="5400000">
            <a:off x="18727123" y="15010115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AB650D5-E938-5057-FB8C-41AE64DCB6B0}"/>
              </a:ext>
            </a:extLst>
          </p:cNvPr>
          <p:cNvCxnSpPr>
            <a:cxnSpLocks/>
          </p:cNvCxnSpPr>
          <p:nvPr/>
        </p:nvCxnSpPr>
        <p:spPr>
          <a:xfrm flipH="1">
            <a:off x="20177559" y="15207654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449F9D7-7F33-D02F-9930-1E22BAC5EBD2}"/>
              </a:ext>
            </a:extLst>
          </p:cNvPr>
          <p:cNvCxnSpPr>
            <a:cxnSpLocks/>
          </p:cNvCxnSpPr>
          <p:nvPr/>
        </p:nvCxnSpPr>
        <p:spPr>
          <a:xfrm>
            <a:off x="18619948" y="15207654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3FAEC48-056F-4163-D239-931CD003D601}"/>
              </a:ext>
            </a:extLst>
          </p:cNvPr>
          <p:cNvCxnSpPr>
            <a:cxnSpLocks/>
          </p:cNvCxnSpPr>
          <p:nvPr/>
        </p:nvCxnSpPr>
        <p:spPr>
          <a:xfrm flipH="1">
            <a:off x="18595784" y="12834671"/>
            <a:ext cx="2786813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63C0BC9-6131-5586-0565-BCCC3EDFAC74}"/>
              </a:ext>
            </a:extLst>
          </p:cNvPr>
          <p:cNvCxnSpPr>
            <a:cxnSpLocks/>
          </p:cNvCxnSpPr>
          <p:nvPr/>
        </p:nvCxnSpPr>
        <p:spPr>
          <a:xfrm>
            <a:off x="17464001" y="10921682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D25BC5F-0762-6E77-DAB9-A4CCA4FF367A}"/>
              </a:ext>
            </a:extLst>
          </p:cNvPr>
          <p:cNvCxnSpPr>
            <a:cxnSpLocks/>
          </p:cNvCxnSpPr>
          <p:nvPr/>
        </p:nvCxnSpPr>
        <p:spPr>
          <a:xfrm flipH="1">
            <a:off x="17328029" y="14048153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23CB1732-B2F7-761E-364B-AF0B9B438C4D}"/>
              </a:ext>
            </a:extLst>
          </p:cNvPr>
          <p:cNvSpPr/>
          <p:nvPr/>
        </p:nvSpPr>
        <p:spPr>
          <a:xfrm rot="5400000">
            <a:off x="20331097" y="15029346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2DDF991-95D5-1E2E-A70D-09539EF88083}"/>
              </a:ext>
            </a:extLst>
          </p:cNvPr>
          <p:cNvSpPr/>
          <p:nvPr/>
        </p:nvSpPr>
        <p:spPr>
          <a:xfrm rot="5400000">
            <a:off x="17148263" y="15029346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04A74C7-6D3B-D9D1-DD25-EF3F0EB4C6BA}"/>
              </a:ext>
            </a:extLst>
          </p:cNvPr>
          <p:cNvSpPr/>
          <p:nvPr/>
        </p:nvSpPr>
        <p:spPr>
          <a:xfrm>
            <a:off x="20173702" y="13958615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E0B6ED9-4796-AB68-4200-7E22AE028B3C}"/>
              </a:ext>
            </a:extLst>
          </p:cNvPr>
          <p:cNvSpPr/>
          <p:nvPr/>
        </p:nvSpPr>
        <p:spPr>
          <a:xfrm>
            <a:off x="18595787" y="13958614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179E556-87AC-083F-B6E2-CA8560F9F788}"/>
              </a:ext>
            </a:extLst>
          </p:cNvPr>
          <p:cNvSpPr/>
          <p:nvPr/>
        </p:nvSpPr>
        <p:spPr>
          <a:xfrm>
            <a:off x="20173702" y="11731013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A1E6190-97F0-5B99-201C-4967927E82B5}"/>
              </a:ext>
            </a:extLst>
          </p:cNvPr>
          <p:cNvSpPr/>
          <p:nvPr/>
        </p:nvSpPr>
        <p:spPr>
          <a:xfrm rot="5400000">
            <a:off x="19520159" y="11180145"/>
            <a:ext cx="912002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4744033-7B2B-D5CA-CB39-0140BDA932E4}"/>
              </a:ext>
            </a:extLst>
          </p:cNvPr>
          <p:cNvSpPr/>
          <p:nvPr/>
        </p:nvSpPr>
        <p:spPr>
          <a:xfrm>
            <a:off x="18595784" y="11731013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4A7F18D-90B8-2271-E840-7D4D8D6472DA}"/>
              </a:ext>
            </a:extLst>
          </p:cNvPr>
          <p:cNvSpPr/>
          <p:nvPr/>
        </p:nvSpPr>
        <p:spPr>
          <a:xfrm rot="5400000">
            <a:off x="25708590" y="13824873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F3772A0-E0D6-3203-0DA2-9B497F08C451}"/>
              </a:ext>
            </a:extLst>
          </p:cNvPr>
          <p:cNvSpPr/>
          <p:nvPr/>
        </p:nvSpPr>
        <p:spPr>
          <a:xfrm rot="5400000">
            <a:off x="22526699" y="13824873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7D531A5-BFBB-AB6A-5535-3D208FB4C295}"/>
              </a:ext>
            </a:extLst>
          </p:cNvPr>
          <p:cNvSpPr/>
          <p:nvPr/>
        </p:nvSpPr>
        <p:spPr>
          <a:xfrm rot="5400000">
            <a:off x="25218417" y="14938674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0976F91-E92B-7063-1B1B-46BAB0626F08}"/>
              </a:ext>
            </a:extLst>
          </p:cNvPr>
          <p:cNvCxnSpPr>
            <a:cxnSpLocks/>
          </p:cNvCxnSpPr>
          <p:nvPr/>
        </p:nvCxnSpPr>
        <p:spPr>
          <a:xfrm flipH="1">
            <a:off x="26668853" y="15136213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5591EFF-272F-9618-58BE-A062673773AA}"/>
              </a:ext>
            </a:extLst>
          </p:cNvPr>
          <p:cNvCxnSpPr>
            <a:cxnSpLocks/>
          </p:cNvCxnSpPr>
          <p:nvPr/>
        </p:nvCxnSpPr>
        <p:spPr>
          <a:xfrm>
            <a:off x="25111242" y="15136213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CB06794-1E91-74CF-F179-3508A753EE61}"/>
              </a:ext>
            </a:extLst>
          </p:cNvPr>
          <p:cNvCxnSpPr>
            <a:cxnSpLocks/>
          </p:cNvCxnSpPr>
          <p:nvPr/>
        </p:nvCxnSpPr>
        <p:spPr>
          <a:xfrm flipH="1">
            <a:off x="25106310" y="15530493"/>
            <a:ext cx="2786813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F22E507-1FFD-15D9-1CBF-B082680CA581}"/>
              </a:ext>
            </a:extLst>
          </p:cNvPr>
          <p:cNvCxnSpPr>
            <a:cxnSpLocks/>
          </p:cNvCxnSpPr>
          <p:nvPr/>
        </p:nvCxnSpPr>
        <p:spPr>
          <a:xfrm>
            <a:off x="23955295" y="10850241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8A0DDF7-10C4-4015-A040-4898A1DE88F9}"/>
              </a:ext>
            </a:extLst>
          </p:cNvPr>
          <p:cNvCxnSpPr>
            <a:cxnSpLocks/>
          </p:cNvCxnSpPr>
          <p:nvPr/>
        </p:nvCxnSpPr>
        <p:spPr>
          <a:xfrm flipH="1">
            <a:off x="23843653" y="14012245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DA39E519-7014-D240-C830-B5538694DE5C}"/>
              </a:ext>
            </a:extLst>
          </p:cNvPr>
          <p:cNvSpPr/>
          <p:nvPr/>
        </p:nvSpPr>
        <p:spPr>
          <a:xfrm rot="5400000">
            <a:off x="26822391" y="14957905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8A5DEA4-DD2F-D0CD-1BD7-94500D1F9805}"/>
              </a:ext>
            </a:extLst>
          </p:cNvPr>
          <p:cNvSpPr/>
          <p:nvPr/>
        </p:nvSpPr>
        <p:spPr>
          <a:xfrm rot="5400000">
            <a:off x="23639557" y="14957905"/>
            <a:ext cx="249808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12FAF7E-5E19-37B4-53DA-584AB72BC519}"/>
              </a:ext>
            </a:extLst>
          </p:cNvPr>
          <p:cNvSpPr/>
          <p:nvPr/>
        </p:nvSpPr>
        <p:spPr>
          <a:xfrm>
            <a:off x="26664996" y="13887174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D57F659-D538-7594-9A80-3EF28056527C}"/>
              </a:ext>
            </a:extLst>
          </p:cNvPr>
          <p:cNvSpPr/>
          <p:nvPr/>
        </p:nvSpPr>
        <p:spPr>
          <a:xfrm>
            <a:off x="25087081" y="13887173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2E10645-048B-B4D1-C34B-1408E89D96FC}"/>
              </a:ext>
            </a:extLst>
          </p:cNvPr>
          <p:cNvSpPr/>
          <p:nvPr/>
        </p:nvSpPr>
        <p:spPr>
          <a:xfrm>
            <a:off x="26664996" y="11659572"/>
            <a:ext cx="1208894" cy="10267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4A499CE-D99F-87F7-7A4C-C9FC1360221C}"/>
              </a:ext>
            </a:extLst>
          </p:cNvPr>
          <p:cNvSpPr/>
          <p:nvPr/>
        </p:nvSpPr>
        <p:spPr>
          <a:xfrm rot="5400000">
            <a:off x="26011453" y="11108704"/>
            <a:ext cx="912002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F375F79-F009-1454-9F10-D1D5CD2281F9}"/>
              </a:ext>
            </a:extLst>
          </p:cNvPr>
          <p:cNvSpPr/>
          <p:nvPr/>
        </p:nvSpPr>
        <p:spPr>
          <a:xfrm>
            <a:off x="25087078" y="11659572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6AA7915-9707-C9FC-0754-AA0DBC1FCE44}"/>
              </a:ext>
            </a:extLst>
          </p:cNvPr>
          <p:cNvCxnSpPr>
            <a:cxnSpLocks/>
          </p:cNvCxnSpPr>
          <p:nvPr/>
        </p:nvCxnSpPr>
        <p:spPr>
          <a:xfrm flipH="1">
            <a:off x="18595783" y="15615971"/>
            <a:ext cx="2786813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736475E3-A044-6DD2-AF8B-9AF46F6B5B3A}"/>
              </a:ext>
            </a:extLst>
          </p:cNvPr>
          <p:cNvSpPr txBox="1"/>
          <p:nvPr/>
        </p:nvSpPr>
        <p:spPr>
          <a:xfrm>
            <a:off x="19001152" y="12373006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43C4111-4B91-3238-E4C8-7B4DB375CEDF}"/>
              </a:ext>
            </a:extLst>
          </p:cNvPr>
          <p:cNvSpPr txBox="1"/>
          <p:nvPr/>
        </p:nvSpPr>
        <p:spPr>
          <a:xfrm>
            <a:off x="18921895" y="15562324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A79D5C3-E8FB-87D0-6F66-A251E0AE2EB7}"/>
              </a:ext>
            </a:extLst>
          </p:cNvPr>
          <p:cNvCxnSpPr>
            <a:cxnSpLocks/>
          </p:cNvCxnSpPr>
          <p:nvPr/>
        </p:nvCxnSpPr>
        <p:spPr>
          <a:xfrm flipH="1">
            <a:off x="25100758" y="12834671"/>
            <a:ext cx="2786813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A3DF3D52-9785-0E17-EA7C-86855C9AC0DB}"/>
              </a:ext>
            </a:extLst>
          </p:cNvPr>
          <p:cNvSpPr txBox="1"/>
          <p:nvPr/>
        </p:nvSpPr>
        <p:spPr>
          <a:xfrm>
            <a:off x="25480367" y="12373006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D4D9BE1-E87E-5BD8-566B-B502209C501D}"/>
              </a:ext>
            </a:extLst>
          </p:cNvPr>
          <p:cNvSpPr txBox="1"/>
          <p:nvPr/>
        </p:nvSpPr>
        <p:spPr>
          <a:xfrm>
            <a:off x="25403567" y="15529422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AB4C8E2-2EC5-1F67-5960-1E27CFE1A84B}"/>
              </a:ext>
            </a:extLst>
          </p:cNvPr>
          <p:cNvSpPr txBox="1"/>
          <p:nvPr/>
        </p:nvSpPr>
        <p:spPr>
          <a:xfrm>
            <a:off x="15473461" y="1292887"/>
            <a:ext cx="8194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a)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1147CF0-08BE-2D51-F37D-798BF5B06695}"/>
              </a:ext>
            </a:extLst>
          </p:cNvPr>
          <p:cNvSpPr txBox="1"/>
          <p:nvPr/>
        </p:nvSpPr>
        <p:spPr>
          <a:xfrm>
            <a:off x="22447378" y="1249961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b)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41CC180-4C9B-9E22-62F6-9B7999844C8D}"/>
              </a:ext>
            </a:extLst>
          </p:cNvPr>
          <p:cNvSpPr txBox="1"/>
          <p:nvPr/>
        </p:nvSpPr>
        <p:spPr>
          <a:xfrm>
            <a:off x="28938672" y="1187320"/>
            <a:ext cx="814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c)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0EECCBE-BEC9-79B3-2AC6-3B38FC0882E2}"/>
              </a:ext>
            </a:extLst>
          </p:cNvPr>
          <p:cNvSpPr txBox="1"/>
          <p:nvPr/>
        </p:nvSpPr>
        <p:spPr>
          <a:xfrm>
            <a:off x="19581866" y="9589719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d)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642FDED-0A7E-6459-545B-B5B984842112}"/>
              </a:ext>
            </a:extLst>
          </p:cNvPr>
          <p:cNvSpPr txBox="1"/>
          <p:nvPr/>
        </p:nvSpPr>
        <p:spPr>
          <a:xfrm>
            <a:off x="26091360" y="9518278"/>
            <a:ext cx="8162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e)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3A4205D-025F-F6B7-4709-77724E10E2EC}"/>
              </a:ext>
            </a:extLst>
          </p:cNvPr>
          <p:cNvSpPr txBox="1"/>
          <p:nvPr/>
        </p:nvSpPr>
        <p:spPr>
          <a:xfrm>
            <a:off x="18920813" y="5771789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C291633D-73AE-ACFF-552B-E680062BDFC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637969" y="8653465"/>
            <a:ext cx="1705586" cy="909646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14D673BE-A200-A3D5-AECC-AA204E85AB8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23836" y="8541831"/>
            <a:ext cx="1481404" cy="1054558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DAAA8E45-B95F-0B75-0398-9FB0361D247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63705" y="8781539"/>
            <a:ext cx="1566551" cy="742051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63E94DF6-6F24-3C8D-2770-0598EB93594D}"/>
              </a:ext>
            </a:extLst>
          </p:cNvPr>
          <p:cNvSpPr txBox="1"/>
          <p:nvPr/>
        </p:nvSpPr>
        <p:spPr>
          <a:xfrm>
            <a:off x="25367672" y="5771790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D7627968-26FB-6268-5B5B-E073E70AC4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064549" y="8653500"/>
            <a:ext cx="1705586" cy="909646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652F5075-424D-FF66-2C02-511E40BB54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950416" y="8541866"/>
            <a:ext cx="1481404" cy="1054558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48E92152-CE5E-2B65-6AA9-C9962CC2355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490285" y="8781574"/>
            <a:ext cx="1566551" cy="742051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C4CAFD12-114F-78BA-52A4-252C1CFD8589}"/>
              </a:ext>
            </a:extLst>
          </p:cNvPr>
          <p:cNvSpPr txBox="1"/>
          <p:nvPr/>
        </p:nvSpPr>
        <p:spPr>
          <a:xfrm>
            <a:off x="16055926" y="13779117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F0064B3D-6821-3BEF-8596-D9DD357C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78451" y="16693414"/>
            <a:ext cx="1705586" cy="909646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3D6B7636-976F-2083-C943-2FE99B176F6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664318" y="16581780"/>
            <a:ext cx="1481404" cy="1054558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5AD8E1D2-D3D8-B304-9E9A-852FE7B7235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04187" y="16821488"/>
            <a:ext cx="1566551" cy="742051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79F13ED9-30BB-8BF1-3333-EEB4F65BC708}"/>
              </a:ext>
            </a:extLst>
          </p:cNvPr>
          <p:cNvSpPr txBox="1"/>
          <p:nvPr/>
        </p:nvSpPr>
        <p:spPr>
          <a:xfrm>
            <a:off x="22567731" y="13779117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pic>
        <p:nvPicPr>
          <p:cNvPr id="151" name="Picture 150">
            <a:extLst>
              <a:ext uri="{FF2B5EF4-FFF2-40B4-BE49-F238E27FC236}">
                <a16:creationId xmlns:a16="http://schemas.microsoft.com/office/drawing/2014/main" id="{882FBC7D-F54E-775F-DACC-E8C165F6610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181070" y="16718989"/>
            <a:ext cx="1705586" cy="909646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B150286C-4F93-ED2B-21D8-1E290075DB3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066937" y="16607355"/>
            <a:ext cx="1481404" cy="1054558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ADE03528-18BE-FE28-C7AB-C5D83079F03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06806" y="16847063"/>
            <a:ext cx="1566551" cy="74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4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9" grpId="0" animBg="1"/>
      <p:bldP spid="49" grpId="0" animBg="1"/>
      <p:bldP spid="69" grpId="0" animBg="1"/>
      <p:bldP spid="8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836</TotalTime>
  <Words>24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Maximos Zhee Hao Chin</dc:creator>
  <cp:lastModifiedBy>Maximos Zhee Hao Chin</cp:lastModifiedBy>
  <cp:revision>3</cp:revision>
  <dcterms:created xsi:type="dcterms:W3CDTF">2026-01-09T07:15:20Z</dcterms:created>
  <dcterms:modified xsi:type="dcterms:W3CDTF">2026-04-01T03:02:07Z</dcterms:modified>
</cp:coreProperties>
</file>