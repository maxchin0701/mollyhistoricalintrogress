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7" r:id="rId2"/>
    <p:sldId id="259" r:id="rId3"/>
    <p:sldId id="260" r:id="rId4"/>
  </p:sldIdLst>
  <p:sldSz cx="6858000" cy="12188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247F"/>
    <a:srgbClr val="901BFF"/>
    <a:srgbClr val="C451FF"/>
    <a:srgbClr val="D442FF"/>
    <a:srgbClr val="003FFF"/>
    <a:srgbClr val="2034FF"/>
    <a:srgbClr val="000000"/>
    <a:srgbClr val="2435F9"/>
    <a:srgbClr val="1A1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656"/>
  </p:normalViewPr>
  <p:slideViewPr>
    <p:cSldViewPr snapToGrid="0">
      <p:cViewPr>
        <p:scale>
          <a:sx n="58" d="100"/>
          <a:sy n="58" d="100"/>
        </p:scale>
        <p:origin x="242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E8497-8FD1-3341-95BD-A3A0DE5F6856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D39AF-CC53-594A-BF70-6046E6934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73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 figure total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D39AF-CC53-594A-BF70-6046E69346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33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38FE2-D62E-E8EC-DE72-681BBC8A5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4C683-9159-7855-DED9-430B32B09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43745-71C0-9D00-F427-3171BE111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F6293-C989-82BC-731D-5196303C0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D39AF-CC53-594A-BF70-6046E69346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16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4792"/>
            <a:ext cx="5829300" cy="424351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1956"/>
            <a:ext cx="5143500" cy="294281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C5F8-2224-1549-BF7A-6D6171E9CFB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CF64-C16B-C748-8845-76CA03BC3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9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C5F8-2224-1549-BF7A-6D6171E9CFB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CF64-C16B-C748-8845-76CA03BC3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13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8745"/>
            <a:ext cx="5915025" cy="507021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6923"/>
            <a:ext cx="5915025" cy="266630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C5F8-2224-1549-BF7A-6D6171E9CFB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CF64-C16B-C748-8845-76CA03BC3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47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4711"/>
            <a:ext cx="291465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4711"/>
            <a:ext cx="291465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C5F8-2224-1549-BF7A-6D6171E9CFB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CF64-C16B-C748-8845-76CA03BC3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7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8945"/>
            <a:ext cx="5915025" cy="2355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7956"/>
            <a:ext cx="2901255" cy="14643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2307"/>
            <a:ext cx="2901255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7956"/>
            <a:ext cx="2915543" cy="14643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2307"/>
            <a:ext cx="2915543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C5F8-2224-1549-BF7A-6D6171E9CFB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CF64-C16B-C748-8845-76CA03BC3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06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C5F8-2224-1549-BF7A-6D6171E9CFB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CF64-C16B-C748-8845-76CA03BC3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47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C5F8-2224-1549-BF7A-6D6171E9CFB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CF64-C16B-C748-8845-76CA03BC3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0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588"/>
            <a:ext cx="2211884" cy="284405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4968"/>
            <a:ext cx="3471863" cy="866196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6647"/>
            <a:ext cx="2211884" cy="677439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C5F8-2224-1549-BF7A-6D6171E9CFB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CF64-C16B-C748-8845-76CA03BC3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73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588"/>
            <a:ext cx="2211884" cy="284405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4968"/>
            <a:ext cx="3471863" cy="8661966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6647"/>
            <a:ext cx="2211884" cy="677439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C5F8-2224-1549-BF7A-6D6171E9CFB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CF64-C16B-C748-8845-76CA03BC3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58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C5F8-2224-1549-BF7A-6D6171E9CFB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CF64-C16B-C748-8845-76CA03BC3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4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8942"/>
            <a:ext cx="1478756" cy="10329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8942"/>
            <a:ext cx="4350544" cy="103294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C5F8-2224-1549-BF7A-6D6171E9CFB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CF64-C16B-C748-8845-76CA03BC3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39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8945"/>
            <a:ext cx="5915025" cy="2355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4711"/>
            <a:ext cx="5915025" cy="7733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297238"/>
            <a:ext cx="154305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CAC5F8-2224-1549-BF7A-6D6171E9CFB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297238"/>
            <a:ext cx="2314575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297238"/>
            <a:ext cx="154305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5CF64-C16B-C748-8845-76CA03BC3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0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ar code with blue and orange lines&#10;&#10;AI-generated content may be incorrect.">
            <a:extLst>
              <a:ext uri="{FF2B5EF4-FFF2-40B4-BE49-F238E27FC236}">
                <a16:creationId xmlns:a16="http://schemas.microsoft.com/office/drawing/2014/main" id="{A50D4F2D-6DDB-3076-1029-8691AD2FF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6394" y="4318473"/>
            <a:ext cx="5905212" cy="4669410"/>
          </a:xfrm>
        </p:spPr>
      </p:pic>
    </p:spTree>
    <p:extLst>
      <p:ext uri="{BB962C8B-B14F-4D97-AF65-F5344CB8AC3E}">
        <p14:creationId xmlns:p14="http://schemas.microsoft.com/office/powerpoint/2010/main" val="1639167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40CFD-FF11-AEBA-E162-B94539E63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18F8D1-04D0-7908-3A48-9D0AC0BCE8CF}"/>
              </a:ext>
            </a:extLst>
          </p:cNvPr>
          <p:cNvSpPr/>
          <p:nvPr/>
        </p:nvSpPr>
        <p:spPr>
          <a:xfrm rot="5400000">
            <a:off x="3069207" y="3949607"/>
            <a:ext cx="4725682" cy="395081"/>
          </a:xfrm>
          <a:prstGeom prst="rect">
            <a:avLst/>
          </a:prstGeom>
          <a:gradFill>
            <a:gsLst>
              <a:gs pos="74000">
                <a:srgbClr val="F6A21D"/>
              </a:gs>
              <a:gs pos="100000">
                <a:srgbClr val="0350E1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0807D6-C92F-30D4-6A73-7ADDC7408100}"/>
              </a:ext>
            </a:extLst>
          </p:cNvPr>
          <p:cNvSpPr/>
          <p:nvPr/>
        </p:nvSpPr>
        <p:spPr>
          <a:xfrm rot="5400000">
            <a:off x="-112685" y="3949607"/>
            <a:ext cx="4725683" cy="395081"/>
          </a:xfrm>
          <a:prstGeom prst="rect">
            <a:avLst/>
          </a:prstGeom>
          <a:gradFill>
            <a:gsLst>
              <a:gs pos="0">
                <a:srgbClr val="F6A21D"/>
              </a:gs>
              <a:gs pos="27000">
                <a:srgbClr val="0350E1"/>
              </a:gs>
            </a:gsLst>
            <a:lin ang="5400000" scaled="1"/>
          </a:gra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DB9E3A-5AAB-A5A5-C3FD-CD624457ABD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03423" y="6673233"/>
            <a:ext cx="857250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2466E6-0519-F3CC-7816-6618E6218AE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7732" y="6601796"/>
            <a:ext cx="842963" cy="6000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8F13E2B-DFF7-3609-40CC-498231F43701}"/>
              </a:ext>
            </a:extLst>
          </p:cNvPr>
          <p:cNvSpPr/>
          <p:nvPr/>
        </p:nvSpPr>
        <p:spPr>
          <a:xfrm rot="5400000">
            <a:off x="2579033" y="5063408"/>
            <a:ext cx="2498079" cy="395081"/>
          </a:xfrm>
          <a:prstGeom prst="rect">
            <a:avLst/>
          </a:prstGeom>
          <a:gradFill>
            <a:gsLst>
              <a:gs pos="0">
                <a:srgbClr val="FFC000"/>
              </a:gs>
              <a:gs pos="100000">
                <a:srgbClr val="0350E1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2561CB-2B11-77ED-4CBC-85F446B6846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20877" y="6708951"/>
            <a:ext cx="814388" cy="38576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0A834B-8DA0-29BC-774E-6E472D336702}"/>
              </a:ext>
            </a:extLst>
          </p:cNvPr>
          <p:cNvCxnSpPr>
            <a:cxnSpLocks/>
          </p:cNvCxnSpPr>
          <p:nvPr/>
        </p:nvCxnSpPr>
        <p:spPr>
          <a:xfrm flipH="1">
            <a:off x="4029470" y="5260948"/>
            <a:ext cx="1170924" cy="0"/>
          </a:xfrm>
          <a:prstGeom prst="straightConnector1">
            <a:avLst/>
          </a:prstGeom>
          <a:ln w="1905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EEA9CA-4AEE-6131-FDB0-2B11025F1AA6}"/>
              </a:ext>
            </a:extLst>
          </p:cNvPr>
          <p:cNvCxnSpPr>
            <a:cxnSpLocks/>
          </p:cNvCxnSpPr>
          <p:nvPr/>
        </p:nvCxnSpPr>
        <p:spPr>
          <a:xfrm>
            <a:off x="2471859" y="5260948"/>
            <a:ext cx="1158670" cy="0"/>
          </a:xfrm>
          <a:prstGeom prst="straightConnector1">
            <a:avLst/>
          </a:prstGeom>
          <a:ln w="19050">
            <a:solidFill>
              <a:srgbClr val="0350E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24A19B-C3DA-D874-D088-6F3349E43071}"/>
              </a:ext>
            </a:extLst>
          </p:cNvPr>
          <p:cNvCxnSpPr>
            <a:cxnSpLocks/>
          </p:cNvCxnSpPr>
          <p:nvPr/>
        </p:nvCxnSpPr>
        <p:spPr>
          <a:xfrm flipH="1">
            <a:off x="2447694" y="2887965"/>
            <a:ext cx="2786813" cy="0"/>
          </a:xfrm>
          <a:prstGeom prst="straightConnector1">
            <a:avLst/>
          </a:prstGeom>
          <a:ln w="19050">
            <a:gradFill>
              <a:gsLst>
                <a:gs pos="0">
                  <a:srgbClr val="F6A21D"/>
                </a:gs>
                <a:gs pos="50000">
                  <a:srgbClr val="AA4EF1"/>
                </a:gs>
                <a:gs pos="100000">
                  <a:srgbClr val="0350E1"/>
                </a:gs>
              </a:gsLst>
              <a:lin ang="6000000" scaled="0"/>
            </a:gra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5F2995-6A09-8EBD-9E11-C50F7095B020}"/>
              </a:ext>
            </a:extLst>
          </p:cNvPr>
          <p:cNvCxnSpPr>
            <a:cxnSpLocks/>
          </p:cNvCxnSpPr>
          <p:nvPr/>
        </p:nvCxnSpPr>
        <p:spPr>
          <a:xfrm>
            <a:off x="1315912" y="974976"/>
            <a:ext cx="0" cy="55350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AA47F17-B854-B931-0657-3EA9BB1C1B8A}"/>
              </a:ext>
            </a:extLst>
          </p:cNvPr>
          <p:cNvSpPr txBox="1"/>
          <p:nvPr/>
        </p:nvSpPr>
        <p:spPr>
          <a:xfrm>
            <a:off x="676383" y="3971759"/>
            <a:ext cx="615199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Time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A590F7-E363-7CEF-5FCC-FCFCFF55D725}"/>
              </a:ext>
            </a:extLst>
          </p:cNvPr>
          <p:cNvCxnSpPr>
            <a:cxnSpLocks/>
          </p:cNvCxnSpPr>
          <p:nvPr/>
        </p:nvCxnSpPr>
        <p:spPr>
          <a:xfrm flipH="1">
            <a:off x="1179940" y="4101447"/>
            <a:ext cx="2232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6DE4BA6-B727-A5CC-432D-C2008C958A99}"/>
              </a:ext>
            </a:extLst>
          </p:cNvPr>
          <p:cNvSpPr txBox="1"/>
          <p:nvPr/>
        </p:nvSpPr>
        <p:spPr>
          <a:xfrm>
            <a:off x="1383144" y="3972941"/>
            <a:ext cx="702663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~100kya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2A6764-59AB-C378-837E-3E550FA762C0}"/>
              </a:ext>
            </a:extLst>
          </p:cNvPr>
          <p:cNvSpPr/>
          <p:nvPr/>
        </p:nvSpPr>
        <p:spPr>
          <a:xfrm rot="5400000">
            <a:off x="4183008" y="5082640"/>
            <a:ext cx="2498080" cy="356616"/>
          </a:xfrm>
          <a:prstGeom prst="rect">
            <a:avLst/>
          </a:prstGeom>
          <a:gradFill>
            <a:gsLst>
              <a:gs pos="93000">
                <a:srgbClr val="F6A21D"/>
              </a:gs>
              <a:gs pos="100000">
                <a:srgbClr val="0350E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5F8D8E-36A9-9148-04D1-B98CF5B155FC}"/>
              </a:ext>
            </a:extLst>
          </p:cNvPr>
          <p:cNvSpPr/>
          <p:nvPr/>
        </p:nvSpPr>
        <p:spPr>
          <a:xfrm rot="5400000">
            <a:off x="1000174" y="5082640"/>
            <a:ext cx="2498080" cy="356616"/>
          </a:xfrm>
          <a:prstGeom prst="rect">
            <a:avLst/>
          </a:prstGeom>
          <a:gradFill>
            <a:gsLst>
              <a:gs pos="0">
                <a:srgbClr val="F6A21D"/>
              </a:gs>
              <a:gs pos="7000">
                <a:srgbClr val="0350E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4016A9-8A34-92EE-79D4-4A45879787FD}"/>
              </a:ext>
            </a:extLst>
          </p:cNvPr>
          <p:cNvSpPr/>
          <p:nvPr/>
        </p:nvSpPr>
        <p:spPr>
          <a:xfrm>
            <a:off x="4025613" y="4011908"/>
            <a:ext cx="1208894" cy="10267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9CFE82-D2C5-B34A-9E1D-92D0687BE5A7}"/>
              </a:ext>
            </a:extLst>
          </p:cNvPr>
          <p:cNvSpPr/>
          <p:nvPr/>
        </p:nvSpPr>
        <p:spPr>
          <a:xfrm>
            <a:off x="2447697" y="4011907"/>
            <a:ext cx="1182835" cy="102673"/>
          </a:xfrm>
          <a:prstGeom prst="rect">
            <a:avLst/>
          </a:prstGeom>
          <a:solidFill>
            <a:srgbClr val="003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FF6A46-53DD-3456-1B53-1E676038B358}"/>
              </a:ext>
            </a:extLst>
          </p:cNvPr>
          <p:cNvSpPr/>
          <p:nvPr/>
        </p:nvSpPr>
        <p:spPr>
          <a:xfrm>
            <a:off x="4025613" y="1784306"/>
            <a:ext cx="1208894" cy="10267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6D136A-EE5C-D57F-0B79-F30C15858758}"/>
              </a:ext>
            </a:extLst>
          </p:cNvPr>
          <p:cNvSpPr/>
          <p:nvPr/>
        </p:nvSpPr>
        <p:spPr>
          <a:xfrm rot="5400000">
            <a:off x="3372070" y="1233438"/>
            <a:ext cx="912002" cy="395081"/>
          </a:xfrm>
          <a:prstGeom prst="rect">
            <a:avLst/>
          </a:prstGeom>
          <a:solidFill>
            <a:srgbClr val="8B247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EF8B38D-3356-FE2D-5691-7ED63F6939FC}"/>
              </a:ext>
            </a:extLst>
          </p:cNvPr>
          <p:cNvSpPr/>
          <p:nvPr/>
        </p:nvSpPr>
        <p:spPr>
          <a:xfrm>
            <a:off x="2447694" y="1784306"/>
            <a:ext cx="1182835" cy="102673"/>
          </a:xfrm>
          <a:prstGeom prst="rect">
            <a:avLst/>
          </a:prstGeom>
          <a:solidFill>
            <a:srgbClr val="003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A92D9E-6201-A8C1-A784-8817D3CBAC19}"/>
              </a:ext>
            </a:extLst>
          </p:cNvPr>
          <p:cNvSpPr txBox="1"/>
          <p:nvPr/>
        </p:nvSpPr>
        <p:spPr>
          <a:xfrm>
            <a:off x="3482671" y="2580188"/>
            <a:ext cx="716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0.0128</a:t>
            </a:r>
          </a:p>
        </p:txBody>
      </p:sp>
    </p:spTree>
    <p:extLst>
      <p:ext uri="{BB962C8B-B14F-4D97-AF65-F5344CB8AC3E}">
        <p14:creationId xmlns:p14="http://schemas.microsoft.com/office/powerpoint/2010/main" val="156819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C983BE-DA4B-E279-4D27-EBEBAAD71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3478212"/>
            <a:ext cx="52324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172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1445</TotalTime>
  <Words>9</Words>
  <Application>Microsoft Macintosh PowerPoint</Application>
  <PresentationFormat>Custom</PresentationFormat>
  <Paragraphs>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Maximos Zhee Hao Chin</dc:creator>
  <cp:lastModifiedBy>Maximos Zhee Hao Chin</cp:lastModifiedBy>
  <cp:revision>1</cp:revision>
  <dcterms:created xsi:type="dcterms:W3CDTF">2025-11-25T06:29:48Z</dcterms:created>
  <dcterms:modified xsi:type="dcterms:W3CDTF">2025-11-26T06:34:49Z</dcterms:modified>
</cp:coreProperties>
</file>